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b1801d0354486" /><Relationship Type="http://schemas.openxmlformats.org/officeDocument/2006/relationships/extended-properties" Target="/docProps/app.xml" Id="R209c2716cc8844f1" /><Relationship Type="http://schemas.openxmlformats.org/officeDocument/2006/relationships/officeDocument" Target="/ppt/presentation.xml" Id="R68aac65937d647a6" /></Relationships>
</file>

<file path=ppt/presentation.xml><?xml version="1.0" encoding="utf-8"?>
<p:presentation xmlns:p="http://schemas.openxmlformats.org/presentationml/2006/main">
  <p:sldMasterIdLst>
    <p:sldMasterId xmlns:r="http://schemas.openxmlformats.org/officeDocument/2006/relationships" id="2147483648" r:id="Rbf86521f1f6349ac"/>
  </p:sldMasterIdLst>
  <p:notesMasterIdLst>
    <p:notesMasterId xmlns:r="http://schemas.openxmlformats.org/officeDocument/2006/relationships" r:id="R3105d39033ba4e36"/>
  </p:notesMasterIdLst>
  <p:sldIdLst>
    <p:sldId xmlns:r="http://schemas.openxmlformats.org/officeDocument/2006/relationships" id="256" r:id="R18e56e72d8674a90"/>
    <p:sldId xmlns:r="http://schemas.openxmlformats.org/officeDocument/2006/relationships" id="257" r:id="Rbcd96626325d4b7d"/>
    <p:sldId xmlns:r="http://schemas.openxmlformats.org/officeDocument/2006/relationships" id="258" r:id="R8cc01ca22bd547fa"/>
    <p:sldId xmlns:r="http://schemas.openxmlformats.org/officeDocument/2006/relationships" id="259" r:id="R66023004fe454ccd"/>
    <p:sldId xmlns:r="http://schemas.openxmlformats.org/officeDocument/2006/relationships" id="260" r:id="R0e0a97e744da4c22"/>
    <p:sldId xmlns:r="http://schemas.openxmlformats.org/officeDocument/2006/relationships" id="261" r:id="R60d65b63d07741f5"/>
    <p:sldId xmlns:r="http://schemas.openxmlformats.org/officeDocument/2006/relationships" id="262" r:id="R9a6d9cec474f4c40"/>
    <p:sldId xmlns:r="http://schemas.openxmlformats.org/officeDocument/2006/relationships" id="263" r:id="R273f0d72047b475a"/>
    <p:sldId xmlns:r="http://schemas.openxmlformats.org/officeDocument/2006/relationships" id="264" r:id="Raf5e560936c743c1"/>
    <p:sldId xmlns:r="http://schemas.openxmlformats.org/officeDocument/2006/relationships" id="265" r:id="R10fc638ff5a24eee"/>
    <p:sldId xmlns:r="http://schemas.openxmlformats.org/officeDocument/2006/relationships" id="266" r:id="R94537f7bf1f24208"/>
    <p:sldId xmlns:r="http://schemas.openxmlformats.org/officeDocument/2006/relationships" id="267" r:id="R79e767f0da0840cf"/>
    <p:sldId xmlns:r="http://schemas.openxmlformats.org/officeDocument/2006/relationships" id="268" r:id="R39ef9d28138e45f6"/>
    <p:sldId xmlns:r="http://schemas.openxmlformats.org/officeDocument/2006/relationships" id="269" r:id="R482880187aa740d5"/>
    <p:sldId xmlns:r="http://schemas.openxmlformats.org/officeDocument/2006/relationships" id="270" r:id="Rd1cbd61f9e3d4fae"/>
    <p:sldId xmlns:r="http://schemas.openxmlformats.org/officeDocument/2006/relationships" id="271" r:id="Rca60bc5a02154bf9"/>
    <p:sldId xmlns:r="http://schemas.openxmlformats.org/officeDocument/2006/relationships" id="272" r:id="R8f1df1ae03cf4cff"/>
    <p:sldId xmlns:r="http://schemas.openxmlformats.org/officeDocument/2006/relationships" id="273" r:id="Rb082d92806404ca1"/>
    <p:sldId xmlns:r="http://schemas.openxmlformats.org/officeDocument/2006/relationships" id="274" r:id="Rcfb6d182f943489a"/>
    <p:sldId xmlns:r="http://schemas.openxmlformats.org/officeDocument/2006/relationships" id="275" r:id="R47bd0b6bac0048c6"/>
    <p:sldId xmlns:r="http://schemas.openxmlformats.org/officeDocument/2006/relationships" id="276" r:id="R3af4774684ae4a77"/>
    <p:sldId xmlns:r="http://schemas.openxmlformats.org/officeDocument/2006/relationships" id="277" r:id="R7503ef3747fa49b5"/>
    <p:sldId xmlns:r="http://schemas.openxmlformats.org/officeDocument/2006/relationships" id="278" r:id="Re2c91adff4df4c98"/>
    <p:sldId xmlns:r="http://schemas.openxmlformats.org/officeDocument/2006/relationships" id="279" r:id="R5cac8e6c81914957"/>
    <p:sldId xmlns:r="http://schemas.openxmlformats.org/officeDocument/2006/relationships" id="280" r:id="Raf6948f062694803"/>
    <p:sldId xmlns:r="http://schemas.openxmlformats.org/officeDocument/2006/relationships" id="281" r:id="R61316dd980d44991"/>
    <p:sldId xmlns:r="http://schemas.openxmlformats.org/officeDocument/2006/relationships" id="282" r:id="R4d2647503e9b4451"/>
    <p:sldId xmlns:r="http://schemas.openxmlformats.org/officeDocument/2006/relationships" id="283" r:id="Rba967ccc1ed748a0"/>
    <p:sldId xmlns:r="http://schemas.openxmlformats.org/officeDocument/2006/relationships" id="284" r:id="Rc7cde62190c94a59"/>
    <p:sldId xmlns:r="http://schemas.openxmlformats.org/officeDocument/2006/relationships" id="285" r:id="R92849a8ad34f4aee"/>
    <p:sldId xmlns:r="http://schemas.openxmlformats.org/officeDocument/2006/relationships" id="286" r:id="Ra53537fcee7c4c2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706b860fce4258" /><Relationship Type="http://schemas.openxmlformats.org/officeDocument/2006/relationships/slideMaster" Target="/ppt/slideMasters/slideMaster1.xml" Id="Rbf86521f1f6349ac" /><Relationship Type="http://schemas.openxmlformats.org/officeDocument/2006/relationships/notesMaster" Target="/ppt/notesMasters/notesMaster1.xml" Id="R3105d39033ba4e36" /><Relationship Type="http://schemas.openxmlformats.org/officeDocument/2006/relationships/presProps" Target="/ppt/presProps.xml" Id="R1cbbcd46f1f04912" /><Relationship Type="http://schemas.openxmlformats.org/officeDocument/2006/relationships/tableStyles" Target="/ppt/tableStyles.xml" Id="R7ea6494cd4ab48fd" /><Relationship Type="http://schemas.openxmlformats.org/officeDocument/2006/relationships/slide" Target="/ppt/slides/slide1.xml" Id="R18e56e72d8674a90" /><Relationship Type="http://schemas.openxmlformats.org/officeDocument/2006/relationships/slide" Target="/ppt/slides/slide2.xml" Id="Rbcd96626325d4b7d" /><Relationship Type="http://schemas.openxmlformats.org/officeDocument/2006/relationships/slide" Target="/ppt/slides/slide3.xml" Id="R8cc01ca22bd547fa" /><Relationship Type="http://schemas.openxmlformats.org/officeDocument/2006/relationships/slide" Target="/ppt/slides/slide4.xml" Id="R66023004fe454ccd" /><Relationship Type="http://schemas.openxmlformats.org/officeDocument/2006/relationships/slide" Target="/ppt/slides/slide5.xml" Id="R0e0a97e744da4c22" /><Relationship Type="http://schemas.openxmlformats.org/officeDocument/2006/relationships/slide" Target="/ppt/slides/slide6.xml" Id="R60d65b63d07741f5" /><Relationship Type="http://schemas.openxmlformats.org/officeDocument/2006/relationships/slide" Target="/ppt/slides/slide7.xml" Id="R9a6d9cec474f4c40" /><Relationship Type="http://schemas.openxmlformats.org/officeDocument/2006/relationships/slide" Target="/ppt/slides/slide8.xml" Id="R273f0d72047b475a" /><Relationship Type="http://schemas.openxmlformats.org/officeDocument/2006/relationships/slide" Target="/ppt/slides/slide9.xml" Id="Raf5e560936c743c1" /><Relationship Type="http://schemas.openxmlformats.org/officeDocument/2006/relationships/slide" Target="/ppt/slides/slide10.xml" Id="R10fc638ff5a24eee" /><Relationship Type="http://schemas.openxmlformats.org/officeDocument/2006/relationships/slide" Target="/ppt/slides/slide11.xml" Id="R94537f7bf1f24208" /><Relationship Type="http://schemas.openxmlformats.org/officeDocument/2006/relationships/slide" Target="/ppt/slides/slide12.xml" Id="R79e767f0da0840cf" /><Relationship Type="http://schemas.openxmlformats.org/officeDocument/2006/relationships/slide" Target="/ppt/slides/slide13.xml" Id="R39ef9d28138e45f6" /><Relationship Type="http://schemas.openxmlformats.org/officeDocument/2006/relationships/slide" Target="/ppt/slides/slide14.xml" Id="R482880187aa740d5" /><Relationship Type="http://schemas.openxmlformats.org/officeDocument/2006/relationships/slide" Target="/ppt/slides/slide15.xml" Id="Rd1cbd61f9e3d4fae" /><Relationship Type="http://schemas.openxmlformats.org/officeDocument/2006/relationships/slide" Target="/ppt/slides/slide16.xml" Id="Rca60bc5a02154bf9" /><Relationship Type="http://schemas.openxmlformats.org/officeDocument/2006/relationships/slide" Target="/ppt/slides/slide17.xml" Id="R8f1df1ae03cf4cff" /><Relationship Type="http://schemas.openxmlformats.org/officeDocument/2006/relationships/slide" Target="/ppt/slides/slide18.xml" Id="Rb082d92806404ca1" /><Relationship Type="http://schemas.openxmlformats.org/officeDocument/2006/relationships/slide" Target="/ppt/slides/slide19.xml" Id="Rcfb6d182f943489a" /><Relationship Type="http://schemas.openxmlformats.org/officeDocument/2006/relationships/slide" Target="/ppt/slides/slide20.xml" Id="R47bd0b6bac0048c6" /><Relationship Type="http://schemas.openxmlformats.org/officeDocument/2006/relationships/slide" Target="/ppt/slides/slide21.xml" Id="R3af4774684ae4a77" /><Relationship Type="http://schemas.openxmlformats.org/officeDocument/2006/relationships/slide" Target="/ppt/slides/slide22.xml" Id="R7503ef3747fa49b5" /><Relationship Type="http://schemas.openxmlformats.org/officeDocument/2006/relationships/slide" Target="/ppt/slides/slide23.xml" Id="Re2c91adff4df4c98" /><Relationship Type="http://schemas.openxmlformats.org/officeDocument/2006/relationships/slide" Target="/ppt/slides/slide24.xml" Id="R5cac8e6c81914957" /><Relationship Type="http://schemas.openxmlformats.org/officeDocument/2006/relationships/slide" Target="/ppt/slides/slide25.xml" Id="Raf6948f062694803" /><Relationship Type="http://schemas.openxmlformats.org/officeDocument/2006/relationships/slide" Target="/ppt/slides/slide26.xml" Id="R61316dd980d44991" /><Relationship Type="http://schemas.openxmlformats.org/officeDocument/2006/relationships/slide" Target="/ppt/slides/slide27.xml" Id="R4d2647503e9b4451" /><Relationship Type="http://schemas.openxmlformats.org/officeDocument/2006/relationships/slide" Target="/ppt/slides/slide28.xml" Id="Rba967ccc1ed748a0" /><Relationship Type="http://schemas.openxmlformats.org/officeDocument/2006/relationships/slide" Target="/ppt/slides/slide29.xml" Id="Rc7cde62190c94a59" /><Relationship Type="http://schemas.openxmlformats.org/officeDocument/2006/relationships/slide" Target="/ppt/slides/slide30.xml" Id="R92849a8ad34f4aee" /><Relationship Type="http://schemas.openxmlformats.org/officeDocument/2006/relationships/slide" Target="/ppt/slides/slide31.xml" Id="Ra53537fcee7c4c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21ab72a6de46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2ed65c66054482" /><Relationship Type="http://schemas.openxmlformats.org/officeDocument/2006/relationships/notesMaster" Target="/ppt/notesMasters/notesMaster1.xml" Id="R617007e14d61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8b85d2a9614b80" /><Relationship Type="http://schemas.openxmlformats.org/officeDocument/2006/relationships/notesMaster" Target="/ppt/notesMasters/notesMaster1.xml" Id="R1feba22e596c43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9aca91acc94d8d" /><Relationship Type="http://schemas.openxmlformats.org/officeDocument/2006/relationships/notesMaster" Target="/ppt/notesMasters/notesMaster1.xml" Id="R38e115694d4a42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e58f597b544f53" /><Relationship Type="http://schemas.openxmlformats.org/officeDocument/2006/relationships/notesMaster" Target="/ppt/notesMasters/notesMaster1.xml" Id="R14648f1109274b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c9a5b1c03e484f" /><Relationship Type="http://schemas.openxmlformats.org/officeDocument/2006/relationships/notesMaster" Target="/ppt/notesMasters/notesMaster1.xml" Id="Reeb3c12846b740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67195aa7484498" /><Relationship Type="http://schemas.openxmlformats.org/officeDocument/2006/relationships/notesMaster" Target="/ppt/notesMasters/notesMaster1.xml" Id="Rf9df970dfdd24f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1a2e9850c64b74" /><Relationship Type="http://schemas.openxmlformats.org/officeDocument/2006/relationships/notesMaster" Target="/ppt/notesMasters/notesMaster1.xml" Id="R11dc07e01b2e47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0c21f242554373" /><Relationship Type="http://schemas.openxmlformats.org/officeDocument/2006/relationships/notesMaster" Target="/ppt/notesMasters/notesMaster1.xml" Id="R20585a541d6d43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df5ae9b3564df0" /><Relationship Type="http://schemas.openxmlformats.org/officeDocument/2006/relationships/notesMaster" Target="/ppt/notesMasters/notesMaster1.xml" Id="R08e0c7f263d640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e22ee3a95a4031" /><Relationship Type="http://schemas.openxmlformats.org/officeDocument/2006/relationships/notesMaster" Target="/ppt/notesMasters/notesMaster1.xml" Id="R3956dcfef3b547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3b132bac384610" /><Relationship Type="http://schemas.openxmlformats.org/officeDocument/2006/relationships/notesMaster" Target="/ppt/notesMasters/notesMaster1.xml" Id="Re8139da3483844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3448419ebd4342" /><Relationship Type="http://schemas.openxmlformats.org/officeDocument/2006/relationships/notesMaster" Target="/ppt/notesMasters/notesMaster1.xml" Id="R2487e1a5547044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518185f216402f" /><Relationship Type="http://schemas.openxmlformats.org/officeDocument/2006/relationships/notesMaster" Target="/ppt/notesMasters/notesMaster1.xml" Id="R1fc37dd2027541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271e0df2094605" /><Relationship Type="http://schemas.openxmlformats.org/officeDocument/2006/relationships/notesMaster" Target="/ppt/notesMasters/notesMaster1.xml" Id="R1d9f9b0fef634a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87afec734a4734" /><Relationship Type="http://schemas.openxmlformats.org/officeDocument/2006/relationships/notesMaster" Target="/ppt/notesMasters/notesMaster1.xml" Id="Rf5e7751575514e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edc17282254306" /><Relationship Type="http://schemas.openxmlformats.org/officeDocument/2006/relationships/notesMaster" Target="/ppt/notesMasters/notesMaster1.xml" Id="R4f53fae5383d44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0d6dc926834356" /><Relationship Type="http://schemas.openxmlformats.org/officeDocument/2006/relationships/notesMaster" Target="/ppt/notesMasters/notesMaster1.xml" Id="R32fa755774f24c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d711cca7124165" /><Relationship Type="http://schemas.openxmlformats.org/officeDocument/2006/relationships/notesMaster" Target="/ppt/notesMasters/notesMaster1.xml" Id="R5bd250110cdc49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62c8354b134e2b" /><Relationship Type="http://schemas.openxmlformats.org/officeDocument/2006/relationships/notesMaster" Target="/ppt/notesMasters/notesMaster1.xml" Id="R1ad5d2caa4d04c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c8214549c2483a" /><Relationship Type="http://schemas.openxmlformats.org/officeDocument/2006/relationships/notesMaster" Target="/ppt/notesMasters/notesMaster1.xml" Id="R42ff158230c546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a6bd591c3c4629" /><Relationship Type="http://schemas.openxmlformats.org/officeDocument/2006/relationships/notesMaster" Target="/ppt/notesMasters/notesMaster1.xml" Id="Re19b93f70cc94d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571ec63fbe4280" /><Relationship Type="http://schemas.openxmlformats.org/officeDocument/2006/relationships/notesMaster" Target="/ppt/notesMasters/notesMaster1.xml" Id="Re7843738702f4d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a050418c3f4bd7" /><Relationship Type="http://schemas.openxmlformats.org/officeDocument/2006/relationships/notesMaster" Target="/ppt/notesMasters/notesMaster1.xml" Id="R4a52542ad90841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ea997f39f145ec" /><Relationship Type="http://schemas.openxmlformats.org/officeDocument/2006/relationships/notesMaster" Target="/ppt/notesMasters/notesMaster1.xml" Id="R49f51c1dc71640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4dab79e6adc41f9" /><Relationship Type="http://schemas.openxmlformats.org/officeDocument/2006/relationships/notesMaster" Target="/ppt/notesMasters/notesMaster1.xml" Id="R2bffdc24588243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b147f17d1d41ba" /><Relationship Type="http://schemas.openxmlformats.org/officeDocument/2006/relationships/notesMaster" Target="/ppt/notesMasters/notesMaster1.xml" Id="Rc67b8a1f6bfb4b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6365964a0049f3" /><Relationship Type="http://schemas.openxmlformats.org/officeDocument/2006/relationships/notesMaster" Target="/ppt/notesMasters/notesMaster1.xml" Id="Raaa30c957ad146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e0d92926194e82" /><Relationship Type="http://schemas.openxmlformats.org/officeDocument/2006/relationships/notesMaster" Target="/ppt/notesMasters/notesMaster1.xml" Id="R64c8ed8e6f484a1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8765df1fb1d4064" /><Relationship Type="http://schemas.openxmlformats.org/officeDocument/2006/relationships/notesMaster" Target="/ppt/notesMasters/notesMaster1.xml" Id="Redba4dd922004a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84ab759d93f4945" /><Relationship Type="http://schemas.openxmlformats.org/officeDocument/2006/relationships/notesMaster" Target="/ppt/notesMasters/notesMaster1.xml" Id="R2253b5287eb34a0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4d58732e214467a" /><Relationship Type="http://schemas.openxmlformats.org/officeDocument/2006/relationships/notesMaster" Target="/ppt/notesMasters/notesMaster1.xml" Id="R6b1c6d805f7d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Deep is an open ecosystem for agents that can do useful work. We're building it around a simple goal: people should understand what an agent can do, even when it delegates.</a:t>
            </a:r>
          </a:p>
          <a:p xmlns:a="http://schemas.openxmlformats.org/drawingml/2006/main">
            <a:r>
              <a:t/>
            </a:r>
          </a:p>
          <a:p xmlns:a="http://schemas.openxmlformats.org/drawingml/2006/main">
            <a:r>
              <a:t>Visual: A person supplies a task, an agent works, and a summary returns.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Deep is an open ecosystem for agents that can do useful work. We're building it around a simple goal: people should understand what an agent can do, even when it delegates.</a:t>
            </a:r>
          </a:p>
          <a:p xmlns:a="http://schemas.openxmlformats.org/drawingml/2006/main">
            <a:r>
              <a:t/>
            </a:r>
          </a:p>
          <a:p xmlns:a="http://schemas.openxmlformats.org/drawingml/2006/main">
            <a:r>
              <a:t>Visual: The agent delegates selected-file reading to a helper.</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may discover a tool, ask another agent for help, or act on sensitive information. Each step needs a clear identity and permission boundary. Finding a capability should never grant permission to use it.</a:t>
            </a:r>
          </a:p>
          <a:p xmlns:a="http://schemas.openxmlformats.org/drawingml/2006/main">
            <a:r>
              <a:t/>
            </a:r>
          </a:p>
          <a:p xmlns:a="http://schemas.openxmlformats.org/drawingml/2006/main">
            <a:r>
              <a:t>Visual: Discovery exposes tools but grants no authority.</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LETS/.specify/memory/constitution.md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may discover a tool, ask another agent for help, or act on sensitive information. Each step needs a clear identity and permission boundary. Finding a capability should never grant permission to use it.</a:t>
            </a:r>
          </a:p>
          <a:p xmlns:a="http://schemas.openxmlformats.org/drawingml/2006/main">
            <a:r>
              <a:t/>
            </a:r>
          </a:p>
          <a:p xmlns:a="http://schemas.openxmlformats.org/drawingml/2006/main">
            <a:r>
              <a:t>Visual: Host authorization permits the selected-file read.</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LETS/.specify/memory/constitution.md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may discover a tool, ask another agent for help, or act on sensitive information. Each step needs a clear identity and permission boundary. Finding a capability should never grant permission to use it.</a:t>
            </a:r>
          </a:p>
          <a:p xmlns:a="http://schemas.openxmlformats.org/drawingml/2006/main">
            <a:r>
              <a:t/>
            </a:r>
          </a:p>
          <a:p xmlns:a="http://schemas.openxmlformats.org/drawingml/2006/main">
            <a:r>
              <a:t>Visual: The email tool is discoverable but the helper has no grant to invoke it.</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LETS/.specify/memory/constitution.md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LETS enforcement enabled, delegation has explicit limits. A child lease receives only a bounded share of its parent's authority and resource budget, with an expiry. The executor verifies and durably claims a receipt before the protected action.</a:t>
            </a:r>
          </a:p>
          <a:p xmlns:a="http://schemas.openxmlformats.org/drawingml/2006/main">
            <a:r>
              <a:t/>
            </a:r>
          </a:p>
          <a:p xmlns:a="http://schemas.openxmlformats.org/drawingml/2006/main">
            <a:r>
              <a:t>Visual: A child grant begins within the parent authority.</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LETS/.specify/memory/constitution.md</a:t>
            </a:r>
          </a:p>
          <a:p xmlns:a="http://schemas.openxmlformats.org/drawingml/2006/main">
            <a:r>
              <a:t>AstralDeep/specs/074-multirepo-lets-integration/spec.md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LETS enforcement enabled, delegation has explicit limits. A child lease receives only a bounded share of its parent's authority and resource budget, with an expiry. The executor verifies and durably claims a receipt before the protected action.</a:t>
            </a:r>
          </a:p>
          <a:p xmlns:a="http://schemas.openxmlformats.org/drawingml/2006/main">
            <a:r>
              <a:t/>
            </a:r>
          </a:p>
          <a:p xmlns:a="http://schemas.openxmlformats.org/drawingml/2006/main">
            <a:r>
              <a:t>Visual: Selected-file access is bounded by application authorization and bound arguments.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LETS/.specify/memory/constitution.md</a:t>
            </a:r>
          </a:p>
          <a:p xmlns:a="http://schemas.openxmlformats.org/drawingml/2006/main">
            <a:r>
              <a:t>AstralDeep/specs/074-multirepo-lets-integration/spec.md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LETS enforcement enabled, delegation has explicit limits. A child lease receives only a bounded share of its parent's authority and resource budget, with an expiry. The executor verifies and durably claims a receipt before the protected action.</a:t>
            </a:r>
          </a:p>
          <a:p xmlns:a="http://schemas.openxmlformats.org/drawingml/2006/main">
            <a:r>
              <a:t/>
            </a:r>
          </a:p>
          <a:p xmlns:a="http://schemas.openxmlformats.org/drawingml/2006/main">
            <a:r>
              <a:t>Visual: Illustrative resource units and expiry: the child receives 3 of the parent 10 units and ends sooner.</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LETS/.specify/memory/constitution.md</a:t>
            </a:r>
          </a:p>
          <a:p xmlns:a="http://schemas.openxmlformats.org/drawingml/2006/main">
            <a:r>
              <a:t>AstralDeep/specs/074-multirepo-lets-integration/spec.md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LETS enforcement enabled, delegation has explicit limits. A child lease receives only a bounded share of its parent's authority and resource budget, with an expiry. The executor verifies and durably claims a receipt before the protected action.</a:t>
            </a:r>
          </a:p>
          <a:p xmlns:a="http://schemas.openxmlformats.org/drawingml/2006/main">
            <a:r>
              <a:t/>
            </a:r>
          </a:p>
          <a:p xmlns:a="http://schemas.openxmlformats.org/drawingml/2006/main">
            <a:r>
              <a:t>Visual: The executor verifies and durably claims the receipt. An invalid or replayed receipt denies the path.</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LETS/.specify/memory/constitution.md</a:t>
            </a:r>
          </a:p>
          <a:p xmlns:a="http://schemas.openxmlformats.org/drawingml/2006/main">
            <a:r>
              <a:t>AstralDeep/specs/074-multirepo-lets-integration/spec.md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LETS enforcement enabled, delegation has explicit limits. A child lease receives only a bounded share of its parent's authority and resource budget, with an expiry. The executor verifies and durably claims a receipt before the protected action.</a:t>
            </a:r>
          </a:p>
          <a:p xmlns:a="http://schemas.openxmlformats.org/drawingml/2006/main">
            <a:r>
              <a:t/>
            </a:r>
          </a:p>
          <a:p xmlns:a="http://schemas.openxmlformats.org/drawingml/2006/main">
            <a:r>
              <a:t>Visual: A successful receipt claim permits the protected action to proceed through its remaining authorization checks.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LETS/.specify/memory/constitution.md</a:t>
            </a:r>
          </a:p>
          <a:p xmlns:a="http://schemas.openxmlformats.org/drawingml/2006/main">
            <a:r>
              <a:t>AstralDeep/specs/074-multirepo-lets-integration/spec.md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Deep's design keeps identity, tool policy, and owner isolation on the normal dispatch path. Sensitive actions need the appropriate checks and confirmation. Audit provenance helps explain who authorized an action and how authority reached it.</a:t>
            </a:r>
          </a:p>
          <a:p xmlns:a="http://schemas.openxmlformats.org/drawingml/2006/main">
            <a:r>
              <a:t/>
            </a:r>
          </a:p>
          <a:p xmlns:a="http://schemas.openxmlformats.org/drawingml/2006/main">
            <a:r>
              <a:t>Visual: Identity, owner isolation and tool policy are checked on normal dispatch.</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Deep's design keeps identity, tool policy, and owner isolation on the normal dispatch path. Sensitive actions need the appropriate checks and confirmation. Audit provenance helps explain who authorized an action and how authority reached it.</a:t>
            </a:r>
          </a:p>
          <a:p xmlns:a="http://schemas.openxmlformats.org/drawingml/2006/main">
            <a:r>
              <a:t/>
            </a:r>
          </a:p>
          <a:p xmlns:a="http://schemas.openxmlformats.org/drawingml/2006/main">
            <a:r>
              <a:t>Visual: Required confirmation remains a gate rather than a model decision.</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Deep's design keeps identity, tool policy, and owner isolation on the normal dispatch path. Sensitive actions need the appropriate checks and confirmation. Audit provenance helps explain who authorized an action and how authority reached it.</a:t>
            </a:r>
          </a:p>
          <a:p xmlns:a="http://schemas.openxmlformats.org/drawingml/2006/main">
            <a:r>
              <a:t/>
            </a:r>
          </a:p>
          <a:p xmlns:a="http://schemas.openxmlformats.org/drawingml/2006/main">
            <a:r>
              <a:t>Visual: Provenance preserves who authorized the chain and how the action received authority.</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agents also need useful interfaces. A model can propose a form, table, or chart using structured UI primitives. Code checks component types and references, bounds the layout, and escapes web content before rendering. The model proposes. Code decides.</a:t>
            </a:r>
          </a:p>
          <a:p xmlns:a="http://schemas.openxmlformats.org/drawingml/2006/main">
            <a:r>
              <a:t/>
            </a:r>
          </a:p>
          <a:p xmlns:a="http://schemas.openxmlformats.org/drawingml/2006/main">
            <a:r>
              <a:t>Visual: A summary form connects the same example task to generative UI.</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AstralPrimitives/README.md</a:t>
            </a:r>
          </a:p>
          <a:p xmlns:a="http://schemas.openxmlformats.org/drawingml/2006/main">
            <a:r>
              <a:t>AstralProjection/.specify/memory/constitution.md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agents also need useful interfaces. A model can propose a form, table, or chart using structured UI primitives. Code checks component types and references, bounds the layout, and escapes web content before rendering. The model proposes. Code decides.</a:t>
            </a:r>
          </a:p>
          <a:p xmlns:a="http://schemas.openxmlformats.org/drawingml/2006/main">
            <a:r>
              <a:t/>
            </a:r>
          </a:p>
          <a:p xmlns:a="http://schemas.openxmlformats.org/drawingml/2006/main">
            <a:r>
              <a:t>Visual: The proposal uses actual container, input and button component types.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AstralPrimitives/README.md</a:t>
            </a:r>
          </a:p>
          <a:p xmlns:a="http://schemas.openxmlformats.org/drawingml/2006/main">
            <a:r>
              <a:t>AstralProjection/.specify/memory/constitution.md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agents also need useful interfaces. A model can propose a form, table, or chart using structured UI primitives. Code checks component types and references, bounds the layout, and escapes web content before rendering. The model proposes. Code decides.</a:t>
            </a:r>
          </a:p>
          <a:p xmlns:a="http://schemas.openxmlformats.org/drawingml/2006/main">
            <a:r>
              <a:t/>
            </a:r>
          </a:p>
          <a:p xmlns:a="http://schemas.openxmlformats.org/drawingml/2006/main">
            <a:r>
              <a:t>Visual: Component types, references, layout bounds and web escaping stay under deterministic code.</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AstralPrimitives/README.md</a:t>
            </a:r>
          </a:p>
          <a:p xmlns:a="http://schemas.openxmlformats.org/drawingml/2006/main">
            <a:r>
              <a:t>AstralProjection/.specify/memory/constitution.md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agents also need useful interfaces. A model can propose a form, table, or chart using structured UI primitives. Code checks component types and references, bounds the layout, and escapes web content before rendering. The model proposes. Code decides.</a:t>
            </a:r>
          </a:p>
          <a:p xmlns:a="http://schemas.openxmlformats.org/drawingml/2006/main">
            <a:r>
              <a:t/>
            </a:r>
          </a:p>
          <a:p xmlns:a="http://schemas.openxmlformats.org/drawingml/2006/main">
            <a:r>
              <a:t>Visual: Only the checked structure becomes a rendered form. This is a schematic, not a product screenshot.</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AstralPrimitives/README.md</a:t>
            </a:r>
          </a:p>
          <a:p xmlns:a="http://schemas.openxmlformats.org/drawingml/2006/main">
            <a:r>
              <a:t>AstralProjection/.specify/memory/constitution.md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agents also need useful interfaces. A model can propose a form, table, or chart using structured UI primitives. Code checks component types and references, bounds the layout, and escapes web content before rendering. The model proposes. Code decides.</a:t>
            </a:r>
          </a:p>
          <a:p xmlns:a="http://schemas.openxmlformats.org/drawingml/2006/main">
            <a:r>
              <a:t/>
            </a:r>
          </a:p>
          <a:p xmlns:a="http://schemas.openxmlformats.org/drawingml/2006/main">
            <a:r>
              <a:t>Visual: The final form uses the same allowed action rather than letting a model supply arbitrary web code.</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AstralPrimitives/README.md</a:t>
            </a:r>
          </a:p>
          <a:p xmlns:a="http://schemas.openxmlformats.org/drawingml/2006/main">
            <a:r>
              <a:t>AstralProjection/.specify/memory/constitution.md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Primitives defines the vocabulary. Astral Projection renders and adapts it for web and native clients. Astral Deep orchestrates the work, while Astral Plane owns durable state. The goal is consistent meaning across devices, with components other developers can reuse.</a:t>
            </a:r>
          </a:p>
          <a:p xmlns:a="http://schemas.openxmlformats.org/drawingml/2006/main">
            <a:r>
              <a:t/>
            </a:r>
          </a:p>
          <a:p xmlns:a="http://schemas.openxmlformats.org/drawingml/2006/main">
            <a:r>
              <a:t>Visual: Primitives owns the definitions that Projection consumes.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AstralProjection/README.md</a:t>
            </a:r>
          </a:p>
          <a:p xmlns:a="http://schemas.openxmlformats.org/drawingml/2006/main">
            <a:r>
              <a:t>AstralPlane/README.md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Primitives defines the vocabulary. Astral Projection renders and adapts it for web and native clients. Astral Deep orchestrates the work, while Astral Plane owns durable state. The goal is consistent meaning across devices, with components other developers can reuse.</a:t>
            </a:r>
          </a:p>
          <a:p xmlns:a="http://schemas.openxmlformats.org/drawingml/2006/main">
            <a:r>
              <a:t/>
            </a:r>
          </a:p>
          <a:p xmlns:a="http://schemas.openxmlformats.org/drawingml/2006/main">
            <a:r>
              <a:t>Visual: Projection renders the contract on web, desktop and mobile.</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AstralProjection/README.md</a:t>
            </a:r>
          </a:p>
          <a:p xmlns:a="http://schemas.openxmlformats.org/drawingml/2006/main">
            <a:r>
              <a:t>AstralPlane/README.md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Primitives defines the vocabulary. Astral Projection renders and adapts it for web and native clients. Astral Deep orchestrates the work, while Astral Plane owns durable state. The goal is consistent meaning across devices, with components other developers can reuse.</a:t>
            </a:r>
          </a:p>
          <a:p xmlns:a="http://schemas.openxmlformats.org/drawingml/2006/main">
            <a:r>
              <a:t/>
            </a:r>
          </a:p>
          <a:p xmlns:a="http://schemas.openxmlformats.org/drawingml/2006/main">
            <a:r>
              <a:t>Visual: Deep orchestrates work and Plane owns durable state.</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AstralProjection/README.md</a:t>
            </a:r>
          </a:p>
          <a:p xmlns:a="http://schemas.openxmlformats.org/drawingml/2006/main">
            <a:r>
              <a:t>AstralPlane/README.md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Astral Primitives defines the vocabulary. Astral Projection renders and adapts it for web and native clients. Astral Deep orchestrates the work, while Astral Plane owns durable state. The goal is consistent meaning across devices, with components other developers can reuse.</a:t>
            </a:r>
          </a:p>
          <a:p xmlns:a="http://schemas.openxmlformats.org/drawingml/2006/main">
            <a:r>
              <a:t/>
            </a:r>
          </a:p>
          <a:p xmlns:a="http://schemas.openxmlformats.org/drawingml/2006/main">
            <a:r>
              <a:t>Visual: The same input and action appear side by side on desktop and stacked on mobile. Schematics show semantic adaptation, not current screenshots.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AstralProjection/README.md</a:t>
            </a:r>
          </a:p>
          <a:p xmlns:a="http://schemas.openxmlformats.org/drawingml/2006/main">
            <a:r>
              <a:t>AstralPlane/README.md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these parts to connect through standard M C P, Agent to Agent, and other agent communication protocols. That means versioned contracts, compatibility tests, and examples that work outside the full Astral stack.</a:t>
            </a:r>
          </a:p>
          <a:p xmlns:a="http://schemas.openxmlformats.org/drawingml/2006/main">
            <a:r>
              <a:t/>
            </a:r>
          </a:p>
          <a:p xmlns:a="http://schemas.openxmlformats.org/drawingml/2006/main">
            <a:r>
              <a:t>Visual: Interoperability goal: apps reach tools through MCP and other agents through Agent2Agent.</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AstralDeep/specs/074-multirepo-lets-integration/spec.md</a:t>
            </a:r>
          </a:p>
          <a:p xmlns:a="http://schemas.openxmlformats.org/drawingml/2006/main">
            <a:r>
              <a:t>Owner priorities, 2026-10-01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these parts to connect through standard M C P, Agent to Agent, and other agent communication protocols. That means versioned contracts, compatibility tests, and examples that work outside the full Astral stack.</a:t>
            </a:r>
          </a:p>
          <a:p xmlns:a="http://schemas.openxmlformats.org/drawingml/2006/main">
            <a:r>
              <a:t/>
            </a:r>
          </a:p>
          <a:p xmlns:a="http://schemas.openxmlformats.org/drawingml/2006/main">
            <a:r>
              <a:t>Visual: Versioned contracts and compatibility tests make independent component use possible. This is an integration goal, not a conformance claim.</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AstralDeep/AGENTS.md</a:t>
            </a:r>
          </a:p>
          <a:p xmlns:a="http://schemas.openxmlformats.org/drawingml/2006/main">
            <a:r>
              <a:t>AstralDeep/specs/074-multirepo-lets-integration/spec.md</a:t>
            </a:r>
          </a:p>
          <a:p xmlns:a="http://schemas.openxmlformats.org/drawingml/2006/main">
            <a:r>
              <a:t>Owner priorities, 2026-10-01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concrete work to do. Help test delegation boundaries, improve protocol compatibility, or make voice survive interruptions and reconnects, especially on mobile. Better primitive rendering, client parity, and independent examples can make the system useful to more developers.</a:t>
            </a:r>
          </a:p>
          <a:p xmlns:a="http://schemas.openxmlformats.org/drawingml/2006/main">
            <a:r>
              <a:t/>
            </a:r>
          </a:p>
          <a:p xmlns:a="http://schemas.openxmlformats.org/drawingml/2006/main">
            <a:r>
              <a:t>Visual: Contribution work should test both successful requests and denied authority.</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AstralDeep/specs/065-conversational-voice/spec.md</a:t>
            </a:r>
          </a:p>
          <a:p xmlns:a="http://schemas.openxmlformats.org/drawingml/2006/main">
            <a:r>
              <a:t>AstralDeep/specs/075-client-local-speech/spec.md</a:t>
            </a:r>
          </a:p>
          <a:p xmlns:a="http://schemas.openxmlformats.org/drawingml/2006/main">
            <a:r>
              <a:t>Approved bounty review, 2026-10-01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concrete work to do. Help test delegation boundaries, improve protocol compatibility, or make voice survive interruptions and reconnects, especially on mobile. Better primitive rendering, client parity, and independent examples can make the system useful to more developers.</a:t>
            </a:r>
          </a:p>
          <a:p xmlns:a="http://schemas.openxmlformats.org/drawingml/2006/main">
            <a:r>
              <a:t/>
            </a:r>
          </a:p>
          <a:p xmlns:a="http://schemas.openxmlformats.org/drawingml/2006/main">
            <a:r>
              <a:t>Visual: Mobile voice contribution goal: interruption and reconnection should preserve the conversation.</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AstralDeep/specs/065-conversational-voice/spec.md</a:t>
            </a:r>
          </a:p>
          <a:p xmlns:a="http://schemas.openxmlformats.org/drawingml/2006/main">
            <a:r>
              <a:t>AstralDeep/specs/075-client-local-speech/spec.md</a:t>
            </a:r>
          </a:p>
          <a:p xmlns:a="http://schemas.openxmlformats.org/drawingml/2006/main">
            <a:r>
              <a:t>Approved bounty review, 2026-10-01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concrete work to do. Help test delegation boundaries, improve protocol compatibility, or make voice survive interruptions and reconnects, especially on mobile. Better primitive rendering, client parity, and independent examples can make the system useful to more developers.</a:t>
            </a:r>
          </a:p>
          <a:p xmlns:a="http://schemas.openxmlformats.org/drawingml/2006/main">
            <a:r>
              <a:t/>
            </a:r>
          </a:p>
          <a:p xmlns:a="http://schemas.openxmlformats.org/drawingml/2006/main">
            <a:r>
              <a:t>Visual: Client parity and independent examples make the shared vocabulary useful to other developers.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AstralDeep/specs/065-conversational-voice/spec.md</a:t>
            </a:r>
          </a:p>
          <a:p xmlns:a="http://schemas.openxmlformats.org/drawingml/2006/main">
            <a:r>
              <a:t>AstralDeep/specs/075-client-local-speech/spec.md</a:t>
            </a:r>
          </a:p>
          <a:p xmlns:a="http://schemas.openxmlformats.org/drawingml/2006/main">
            <a:r>
              <a:t>Approved bounty review, 2026-10-01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bounty board turns these goals into tasks across five repositories. Choose a task, request a claim, and wait for your reservation before starting. Accepted, reviewed work earns recognition points on the leaderboard. Join us at astral deep dot github dot I O.</a:t>
            </a:r>
          </a:p>
          <a:p xmlns:a="http://schemas.openxmlformats.org/drawingml/2006/main">
            <a:r>
              <a:t/>
            </a:r>
          </a:p>
          <a:p xmlns:a="http://schemas.openxmlformats.org/drawingml/2006/main">
            <a:r>
              <a:t>Visual: The board currently contains the 49 owner-approved public source tasks.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astraldeep.github.io/contribute.html</a:t>
            </a:r>
          </a:p>
          <a:p xmlns:a="http://schemas.openxmlformats.org/drawingml/2006/main">
            <a:r>
              <a:t>AstralDeep/astraldeep.github.io/data/config.json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bounty board turns these goals into tasks across five repositories. Choose a task, request a claim, and wait for your reservation before starting. Accepted, reviewed work earns recognition points on the leaderboard. Join us at astral deep dot github dot I O.</a:t>
            </a:r>
          </a:p>
          <a:p xmlns:a="http://schemas.openxmlformats.org/drawingml/2006/main">
            <a:r>
              <a:t/>
            </a:r>
          </a:p>
          <a:p xmlns:a="http://schemas.openxmlformats.org/drawingml/2006/main">
            <a:r>
              <a:t>Visual: The central claim workflow reserves the task before implementation starts.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astraldeep.github.io/contribute.html</a:t>
            </a:r>
          </a:p>
          <a:p xmlns:a="http://schemas.openxmlformats.org/drawingml/2006/main">
            <a:r>
              <a:t>AstralDeep/astraldeep.github.io/data/config.json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bounty board turns these goals into tasks across five repositories. Choose a task, request a claim, and wait for your reservation before starting. Accepted, reviewed work earns recognition points on the leaderboard. Join us at astral deep dot github dot I O.</a:t>
            </a:r>
          </a:p>
          <a:p xmlns:a="http://schemas.openxmlformats.org/drawingml/2006/main">
            <a:r>
              <a:t/>
            </a:r>
          </a:p>
          <a:p xmlns:a="http://schemas.openxmlformats.org/drawingml/2006/main">
            <a:r>
              <a:t>Visual: Awards require accepted completed work and independent review under the board rules. No invented contributor scores appear.</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astraldeep.github.io/contribute.html</a:t>
            </a:r>
          </a:p>
          <a:p xmlns:a="http://schemas.openxmlformats.org/drawingml/2006/main">
            <a:r>
              <a:t>AstralDeep/astraldeep.github.io/data/config.json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bounty board turns these goals into tasks across five repositories. Choose a task, request a claim, and wait for your reservation before starting. Accepted, reviewed work earns recognition points on the leaderboard. Join us at astral deep dot github dot I O.</a:t>
            </a:r>
          </a:p>
          <a:p xmlns:a="http://schemas.openxmlformats.org/drawingml/2006/main">
            <a:r>
              <a:t/>
            </a:r>
          </a:p>
          <a:p xmlns:a="http://schemas.openxmlformats.org/drawingml/2006/main">
            <a:r>
              <a:t>Visual: The site is the entry point for public point bounties.</a:t>
            </a:r>
          </a:p>
          <a:p xmlns:a="http://schemas.openxmlformats.org/drawingml/2006/main">
            <a:r>
              <a:t>Example permissions are semantic application actions, not LETS scope strings. File selection uses host policy and bound arguments. Numerical limits are illustrative.</a:t>
            </a:r>
          </a:p>
          <a:p xmlns:a="http://schemas.openxmlformats.org/drawingml/2006/main">
            <a:r>
              <a:t>Sources: astraldeep.github.io/contribute.html</a:t>
            </a:r>
          </a:p>
          <a:p xmlns:a="http://schemas.openxmlformats.org/drawingml/2006/main">
            <a:r>
              <a:t>AstralDeep/astraldeep.github.io/data/config.json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cd81164c6745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8564dc42ab4f9e" /><Relationship Type="http://schemas.openxmlformats.org/officeDocument/2006/relationships/slideLayout" Target="/ppt/slideLayouts/slideLayout1.xml" Id="Ra7d206cc42ab4d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206cc42ab4d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87bfe06010410a" /><Relationship Type="http://schemas.openxmlformats.org/officeDocument/2006/relationships/image" Target="/ppt/media/image.png" Id="Rc3552e0a47e74786" /><Relationship Type="http://schemas.openxmlformats.org/officeDocument/2006/relationships/notesSlide" Target="/ppt/notesSlides/notesSlide1.xml" Id="Re52172d795ca4a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2b5b471b7d485e" /><Relationship Type="http://schemas.openxmlformats.org/officeDocument/2006/relationships/image" Target="/ppt/media/image2.png" Id="Rae535b210a9c4064" /><Relationship Type="http://schemas.openxmlformats.org/officeDocument/2006/relationships/notesSlide" Target="/ppt/notesSlides/notesSlide2.xml" Id="Rb36ce714ff1a4a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d23c07c5a54c8f" /><Relationship Type="http://schemas.openxmlformats.org/officeDocument/2006/relationships/image" Target="/ppt/media/image3.png" Id="R535704810e044845" /><Relationship Type="http://schemas.openxmlformats.org/officeDocument/2006/relationships/notesSlide" Target="/ppt/notesSlides/notesSlide3.xml" Id="Rca614da22b7d43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c4ee0fdd60491b" /><Relationship Type="http://schemas.openxmlformats.org/officeDocument/2006/relationships/image" Target="/ppt/media/image4.png" Id="Rbacd62e5b3af45e2" /><Relationship Type="http://schemas.openxmlformats.org/officeDocument/2006/relationships/notesSlide" Target="/ppt/notesSlides/notesSlide4.xml" Id="R194f3569b3964d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9469dab6d64075" /><Relationship Type="http://schemas.openxmlformats.org/officeDocument/2006/relationships/image" Target="/ppt/media/image5.png" Id="R713fc7278e024f8a" /><Relationship Type="http://schemas.openxmlformats.org/officeDocument/2006/relationships/notesSlide" Target="/ppt/notesSlides/notesSlide5.xml" Id="R30e286cc3c7340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40644b70b14abe" /><Relationship Type="http://schemas.openxmlformats.org/officeDocument/2006/relationships/image" Target="/ppt/media/image6.png" Id="Rb1c262f6ac784397" /><Relationship Type="http://schemas.openxmlformats.org/officeDocument/2006/relationships/notesSlide" Target="/ppt/notesSlides/notesSlide6.xml" Id="R976c610610bb49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f7d76683fe4e0d" /><Relationship Type="http://schemas.openxmlformats.org/officeDocument/2006/relationships/image" Target="/ppt/media/image7.png" Id="R398543d254fc487e" /><Relationship Type="http://schemas.openxmlformats.org/officeDocument/2006/relationships/notesSlide" Target="/ppt/notesSlides/notesSlide7.xml" Id="R80ff6a03015849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8e93384add4d22" /><Relationship Type="http://schemas.openxmlformats.org/officeDocument/2006/relationships/image" Target="/ppt/media/image8.png" Id="R15126588eb8547d4" /><Relationship Type="http://schemas.openxmlformats.org/officeDocument/2006/relationships/notesSlide" Target="/ppt/notesSlides/notesSlide8.xml" Id="R8f89e723634c4a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0fabca26ab4166" /><Relationship Type="http://schemas.openxmlformats.org/officeDocument/2006/relationships/image" Target="/ppt/media/image9.png" Id="R986f0afd9d5249ab" /><Relationship Type="http://schemas.openxmlformats.org/officeDocument/2006/relationships/notesSlide" Target="/ppt/notesSlides/notesSlide9.xml" Id="R34b2c721f8864c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196b1b4ed3487a" /><Relationship Type="http://schemas.openxmlformats.org/officeDocument/2006/relationships/image" Target="/ppt/media/image10.png" Id="R79ef26228e01468f" /><Relationship Type="http://schemas.openxmlformats.org/officeDocument/2006/relationships/notesSlide" Target="/ppt/notesSlides/notesSlide10.xml" Id="Rec2755fe031441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5b42a80ef640d6" /><Relationship Type="http://schemas.openxmlformats.org/officeDocument/2006/relationships/image" Target="/ppt/media/image11.png" Id="R363677ec50f04e81" /><Relationship Type="http://schemas.openxmlformats.org/officeDocument/2006/relationships/notesSlide" Target="/ppt/notesSlides/notesSlide11.xml" Id="R6699c6962f704f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26900eaae1844ab" /><Relationship Type="http://schemas.openxmlformats.org/officeDocument/2006/relationships/image" Target="/ppt/media/image12.png" Id="Rda2b7885731246a1" /><Relationship Type="http://schemas.openxmlformats.org/officeDocument/2006/relationships/notesSlide" Target="/ppt/notesSlides/notesSlide12.xml" Id="R41a870fae7614b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1501d265b941f7" /><Relationship Type="http://schemas.openxmlformats.org/officeDocument/2006/relationships/image" Target="/ppt/media/image13.png" Id="R9a31b2916eb7444d" /><Relationship Type="http://schemas.openxmlformats.org/officeDocument/2006/relationships/notesSlide" Target="/ppt/notesSlides/notesSlide13.xml" Id="R4d0fe350812d44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eaa91471ae48c9" /><Relationship Type="http://schemas.openxmlformats.org/officeDocument/2006/relationships/image" Target="/ppt/media/image14.png" Id="R8345f79b6370440b" /><Relationship Type="http://schemas.openxmlformats.org/officeDocument/2006/relationships/notesSlide" Target="/ppt/notesSlides/notesSlide14.xml" Id="R25b5ca845f8145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1eb2fb164b4420" /><Relationship Type="http://schemas.openxmlformats.org/officeDocument/2006/relationships/image" Target="/ppt/media/image15.png" Id="Rf3688c541a98405f" /><Relationship Type="http://schemas.openxmlformats.org/officeDocument/2006/relationships/notesSlide" Target="/ppt/notesSlides/notesSlide15.xml" Id="Rbe388fcab40444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d4e64671404a29" /><Relationship Type="http://schemas.openxmlformats.org/officeDocument/2006/relationships/image" Target="/ppt/media/image16.png" Id="R9917f982b6414df0" /><Relationship Type="http://schemas.openxmlformats.org/officeDocument/2006/relationships/notesSlide" Target="/ppt/notesSlides/notesSlide16.xml" Id="R92d41689a23848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395d2105f14635" /><Relationship Type="http://schemas.openxmlformats.org/officeDocument/2006/relationships/image" Target="/ppt/media/image17.png" Id="Rc443874d38214282" /><Relationship Type="http://schemas.openxmlformats.org/officeDocument/2006/relationships/notesSlide" Target="/ppt/notesSlides/notesSlide17.xml" Id="R066631f57b6740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fe22743973460f" /><Relationship Type="http://schemas.openxmlformats.org/officeDocument/2006/relationships/image" Target="/ppt/media/image18.png" Id="R190f1a6031b14fd4" /><Relationship Type="http://schemas.openxmlformats.org/officeDocument/2006/relationships/notesSlide" Target="/ppt/notesSlides/notesSlide18.xml" Id="R5031eb0e38f347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b36f532305a4bbc" /><Relationship Type="http://schemas.openxmlformats.org/officeDocument/2006/relationships/image" Target="/ppt/media/image19.png" Id="Rdb9b6ea726254f72" /><Relationship Type="http://schemas.openxmlformats.org/officeDocument/2006/relationships/notesSlide" Target="/ppt/notesSlides/notesSlide19.xml" Id="R753c1eae88ff47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cf4650b8b374b64" /><Relationship Type="http://schemas.openxmlformats.org/officeDocument/2006/relationships/image" Target="/ppt/media/image20.png" Id="R79e53c7b79434fe8" /><Relationship Type="http://schemas.openxmlformats.org/officeDocument/2006/relationships/notesSlide" Target="/ppt/notesSlides/notesSlide20.xml" Id="R7962e452a55e49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8b96b50b6da46c9" /><Relationship Type="http://schemas.openxmlformats.org/officeDocument/2006/relationships/image" Target="/ppt/media/image21.png" Id="R67eb653c07cf4c9c" /><Relationship Type="http://schemas.openxmlformats.org/officeDocument/2006/relationships/notesSlide" Target="/ppt/notesSlides/notesSlide21.xml" Id="R00952172b16c4a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fd9cebd1304e9b" /><Relationship Type="http://schemas.openxmlformats.org/officeDocument/2006/relationships/image" Target="/ppt/media/image22.png" Id="R0e35b864f5304f6c" /><Relationship Type="http://schemas.openxmlformats.org/officeDocument/2006/relationships/notesSlide" Target="/ppt/notesSlides/notesSlide22.xml" Id="Re60ef8b767e643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8933b52f3941ae" /><Relationship Type="http://schemas.openxmlformats.org/officeDocument/2006/relationships/image" Target="/ppt/media/image23.png" Id="R68ea337cfca041f0" /><Relationship Type="http://schemas.openxmlformats.org/officeDocument/2006/relationships/notesSlide" Target="/ppt/notesSlides/notesSlide23.xml" Id="R9c340c3eaa8e41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64a5f2f217b4470" /><Relationship Type="http://schemas.openxmlformats.org/officeDocument/2006/relationships/image" Target="/ppt/media/image24.png" Id="R3b9640e7f3ca43b5" /><Relationship Type="http://schemas.openxmlformats.org/officeDocument/2006/relationships/notesSlide" Target="/ppt/notesSlides/notesSlide24.xml" Id="Rada16710147a4fb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1c37d04701b48dd" /><Relationship Type="http://schemas.openxmlformats.org/officeDocument/2006/relationships/image" Target="/ppt/media/image25.png" Id="R6e274003500c46a8" /><Relationship Type="http://schemas.openxmlformats.org/officeDocument/2006/relationships/notesSlide" Target="/ppt/notesSlides/notesSlide25.xml" Id="R09b776e3f900444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f28136469d34d41" /><Relationship Type="http://schemas.openxmlformats.org/officeDocument/2006/relationships/image" Target="/ppt/media/image26.png" Id="Rd430c9f6f45146f1" /><Relationship Type="http://schemas.openxmlformats.org/officeDocument/2006/relationships/notesSlide" Target="/ppt/notesSlides/notesSlide26.xml" Id="Rf7847e6e9fa847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42b192842bc49ee" /><Relationship Type="http://schemas.openxmlformats.org/officeDocument/2006/relationships/image" Target="/ppt/media/image27.png" Id="Rd5743230ebe74ea8" /><Relationship Type="http://schemas.openxmlformats.org/officeDocument/2006/relationships/notesSlide" Target="/ppt/notesSlides/notesSlide27.xml" Id="R7289ac68026a4e6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774721b43a44e20" /><Relationship Type="http://schemas.openxmlformats.org/officeDocument/2006/relationships/image" Target="/ppt/media/image28.png" Id="Rcea87811d9014f57" /><Relationship Type="http://schemas.openxmlformats.org/officeDocument/2006/relationships/notesSlide" Target="/ppt/notesSlides/notesSlide28.xml" Id="Ra968b2f3d62e46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35d64c4bda4497b" /><Relationship Type="http://schemas.openxmlformats.org/officeDocument/2006/relationships/image" Target="/ppt/media/image29.png" Id="R2336958c20f44a0c" /><Relationship Type="http://schemas.openxmlformats.org/officeDocument/2006/relationships/notesSlide" Target="/ppt/notesSlides/notesSlide29.xml" Id="R14a51336578342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875fc3525f64cb4" /><Relationship Type="http://schemas.openxmlformats.org/officeDocument/2006/relationships/image" Target="/ppt/media/image30.png" Id="R2d9fbfd930734893" /><Relationship Type="http://schemas.openxmlformats.org/officeDocument/2006/relationships/notesSlide" Target="/ppt/notesSlides/notesSlide30.xml" Id="R76d16edc4f77403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967b46654a34b52" /><Relationship Type="http://schemas.openxmlformats.org/officeDocument/2006/relationships/image" Target="/ppt/media/image31.png" Id="R21523a3d956443a3" /><Relationship Type="http://schemas.openxmlformats.org/officeDocument/2006/relationships/notesSlide" Target="/ppt/notesSlides/notesSlide31.xml" Id="R8342a02240434240" /></Relationships>
</file>

<file path=ppt/slides/slide1.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3552e0a47e74786"/>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C318A3-5693-498F-A023-E9309214C793}"/>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1 / 9</a:t>
            </a:r>
          </a:p>
        </p:txBody>
      </p:sp>
      <p:sp>
        <p:nvSpPr>
          <p:cNvPr id="3" name="">
            <a:extLst xmlns:a="http://schemas.openxmlformats.org/drawingml/2006/main">
              <a:ext uri="{FF2B5EF4-FFF2-40B4-BE49-F238E27FC236}">
                <a16:creationId xmlns:a16="http://schemas.microsoft.com/office/drawing/2014/main" id="{3922628B-B8F6-4A9A-9004-7E2C52AA456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Agents doing useful work</a:t>
            </a:r>
          </a:p>
        </p:txBody>
      </p:sp>
      <p:sp>
        <p:nvSpPr>
          <p:cNvPr id="4" name="">
            <a:extLst xmlns:a="http://schemas.openxmlformats.org/drawingml/2006/main">
              <a:ext uri="{FF2B5EF4-FFF2-40B4-BE49-F238E27FC236}">
                <a16:creationId xmlns:a16="http://schemas.microsoft.com/office/drawing/2014/main" id="{75AFF5C8-B35B-4342-BD34-ECD2072A2727}"/>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D0E07598-EF88-4FB6-90BF-22817521BA2D}"/>
              </a:ext>
            </a:extLst>
          </p:cNvPr>
          <p:cNvSpPr>
            <a:spLocks xmlns:a="http://schemas.openxmlformats.org/drawingml/2006/main" noGrp="1"/>
          </p:cNvSpPr>
          <p:nvPr/>
        </p:nvSpPr>
        <p:spPr>
          <a:xfrm xmlns:a="http://schemas.openxmlformats.org/drawingml/2006/main">
            <a:off x="952500"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603B7538-089A-4A74-8F7E-930154CC82F2}"/>
              </a:ext>
            </a:extLst>
          </p:cNvPr>
          <p:cNvSpPr>
            <a:spLocks xmlns:a="http://schemas.openxmlformats.org/drawingml/2006/main" noGrp="1"/>
          </p:cNvSpPr>
          <p:nvPr/>
        </p:nvSpPr>
        <p:spPr>
          <a:xfrm xmlns:a="http://schemas.openxmlformats.org/drawingml/2006/main">
            <a:off x="1219200"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Your task</a:t>
            </a:r>
          </a:p>
        </p:txBody>
      </p:sp>
      <p:sp>
        <p:nvSpPr>
          <p:cNvPr id="7" name="">
            <a:extLst xmlns:a="http://schemas.openxmlformats.org/drawingml/2006/main">
              <a:ext uri="{FF2B5EF4-FFF2-40B4-BE49-F238E27FC236}">
                <a16:creationId xmlns:a16="http://schemas.microsoft.com/office/drawing/2014/main" id="{35FCB46E-D1FE-4297-A6EE-7E5D78AEE971}"/>
              </a:ext>
            </a:extLst>
          </p:cNvPr>
          <p:cNvSpPr>
            <a:spLocks xmlns:a="http://schemas.openxmlformats.org/drawingml/2006/main" noGrp="1"/>
          </p:cNvSpPr>
          <p:nvPr/>
        </p:nvSpPr>
        <p:spPr>
          <a:xfrm xmlns:a="http://schemas.openxmlformats.org/drawingml/2006/main">
            <a:off x="6905625"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A499FF"/>
            </a:solidFill>
          </a:ln>
        </p:spPr>
      </p:sp>
      <p:sp>
        <p:nvSpPr>
          <p:cNvPr id="8" name="">
            <a:extLst xmlns:a="http://schemas.openxmlformats.org/drawingml/2006/main">
              <a:ext uri="{FF2B5EF4-FFF2-40B4-BE49-F238E27FC236}">
                <a16:creationId xmlns:a16="http://schemas.microsoft.com/office/drawing/2014/main" id="{9CE41745-615E-4013-9B3B-5B5F1E2F51E0}"/>
              </a:ext>
            </a:extLst>
          </p:cNvPr>
          <p:cNvSpPr>
            <a:spLocks xmlns:a="http://schemas.openxmlformats.org/drawingml/2006/main" noGrp="1"/>
          </p:cNvSpPr>
          <p:nvPr/>
        </p:nvSpPr>
        <p:spPr>
          <a:xfrm xmlns:a="http://schemas.openxmlformats.org/drawingml/2006/main">
            <a:off x="7172325"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Agent</a:t>
            </a:r>
          </a:p>
        </p:txBody>
      </p:sp>
      <p:sp>
        <p:nvSpPr>
          <p:cNvPr id="9" name="">
            <a:extLst xmlns:a="http://schemas.openxmlformats.org/drawingml/2006/main">
              <a:ext uri="{FF2B5EF4-FFF2-40B4-BE49-F238E27FC236}">
                <a16:creationId xmlns:a16="http://schemas.microsoft.com/office/drawing/2014/main" id="{9718747C-E95E-4E7D-BDDD-797B54823CCD}"/>
              </a:ext>
            </a:extLst>
          </p:cNvPr>
          <p:cNvSpPr>
            <a:spLocks xmlns:a="http://schemas.openxmlformats.org/drawingml/2006/main" noGrp="1"/>
          </p:cNvSpPr>
          <p:nvPr/>
        </p:nvSpPr>
        <p:spPr>
          <a:xfrm xmlns:a="http://schemas.openxmlformats.org/drawingml/2006/main">
            <a:off x="13096875"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73DCD5"/>
            </a:solidFill>
          </a:ln>
        </p:spPr>
      </p:sp>
      <p:sp>
        <p:nvSpPr>
          <p:cNvPr id="10" name="">
            <a:extLst xmlns:a="http://schemas.openxmlformats.org/drawingml/2006/main">
              <a:ext uri="{FF2B5EF4-FFF2-40B4-BE49-F238E27FC236}">
                <a16:creationId xmlns:a16="http://schemas.microsoft.com/office/drawing/2014/main" id="{4FAD8560-F91B-49DD-ACAB-ACDAE13F4F86}"/>
              </a:ext>
            </a:extLst>
          </p:cNvPr>
          <p:cNvSpPr>
            <a:spLocks xmlns:a="http://schemas.openxmlformats.org/drawingml/2006/main" noGrp="1"/>
          </p:cNvSpPr>
          <p:nvPr/>
        </p:nvSpPr>
        <p:spPr>
          <a:xfrm xmlns:a="http://schemas.openxmlformats.org/drawingml/2006/main">
            <a:off x="13363575"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Summary</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5048250" y="4786313"/>
            <a:ext cx="18573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11001375" y="4786313"/>
            <a:ext cx="209550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3" name="">
            <a:extLst xmlns:a="http://schemas.openxmlformats.org/drawingml/2006/main">
              <a:ext uri="{FF2B5EF4-FFF2-40B4-BE49-F238E27FC236}">
                <a16:creationId xmlns:a16="http://schemas.microsoft.com/office/drawing/2014/main" id="{F417AC70-05B7-4C9A-BDBE-CEC9C4AFEE50}"/>
              </a:ext>
            </a:extLst>
          </p:cNvPr>
          <p:cNvSpPr>
            <a:spLocks xmlns:a="http://schemas.openxmlformats.org/drawingml/2006/main" noGrp="1"/>
          </p:cNvSpPr>
          <p:nvPr/>
        </p:nvSpPr>
        <p:spPr>
          <a:xfrm xmlns:a="http://schemas.openxmlformats.org/drawingml/2006/main">
            <a:off x="1047750" y="638175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88" b="1">
                <a:solidFill>
                  <a:srgbClr val="F3F4F6"/>
                </a:solidFill>
                <a:latin typeface="Segoe UI"/>
                <a:ea typeface="Segoe UI"/>
                <a:cs typeface="Segoe UI"/>
              </a:defRPr>
            </a:pPr>
            <a:r>
              <a:rPr sz="5288" b="1">
                <a:solidFill>
                  <a:srgbClr val="F3F4F6"/>
                </a:solidFill>
                <a:latin typeface="Segoe UI"/>
                <a:ea typeface="Segoe UI"/>
                <a:cs typeface="Segoe UI"/>
              </a:rPr>
              <a:t>Summarize selected files</a:t>
            </a:r>
          </a:p>
        </p:txBody>
      </p:sp>
    </p:spTree>
    <p:extLst>
      <p:ext uri="{BB962C8B-B14F-4D97-AF65-F5344CB8AC3E}">
        <p14:creationId xmlns:p14="http://schemas.microsoft.com/office/powerpoint/2010/main" val="860128361"/>
      </p:ext>
    </p:extLst>
  </p:cSld>
</p:sld>
</file>

<file path=ppt/slides/slide2.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e535b210a9c4064"/>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3C1295-099C-464F-A78E-E0C42988F2F0}"/>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1 / 9</a:t>
            </a:r>
          </a:p>
        </p:txBody>
      </p:sp>
      <p:sp>
        <p:nvSpPr>
          <p:cNvPr id="3" name="">
            <a:extLst xmlns:a="http://schemas.openxmlformats.org/drawingml/2006/main">
              <a:ext uri="{FF2B5EF4-FFF2-40B4-BE49-F238E27FC236}">
                <a16:creationId xmlns:a16="http://schemas.microsoft.com/office/drawing/2014/main" id="{8E78536D-24AE-4C64-88BA-4D6EE489F254}"/>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Authority people can follow</a:t>
            </a:r>
          </a:p>
        </p:txBody>
      </p:sp>
      <p:sp>
        <p:nvSpPr>
          <p:cNvPr id="4" name="">
            <a:extLst xmlns:a="http://schemas.openxmlformats.org/drawingml/2006/main">
              <a:ext uri="{FF2B5EF4-FFF2-40B4-BE49-F238E27FC236}">
                <a16:creationId xmlns:a16="http://schemas.microsoft.com/office/drawing/2014/main" id="{2F30D0F2-B5DF-416E-909B-A83BC15E35CA}"/>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F9ED3D00-9BD1-4D03-89EB-C349E0682F60}"/>
              </a:ext>
            </a:extLst>
          </p:cNvPr>
          <p:cNvSpPr>
            <a:spLocks xmlns:a="http://schemas.openxmlformats.org/drawingml/2006/main" noGrp="1"/>
          </p:cNvSpPr>
          <p:nvPr/>
        </p:nvSpPr>
        <p:spPr>
          <a:xfrm xmlns:a="http://schemas.openxmlformats.org/drawingml/2006/main">
            <a:off x="952500"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91417C06-6CFB-442D-A0E8-A5D98E4476D5}"/>
              </a:ext>
            </a:extLst>
          </p:cNvPr>
          <p:cNvSpPr>
            <a:spLocks xmlns:a="http://schemas.openxmlformats.org/drawingml/2006/main" noGrp="1"/>
          </p:cNvSpPr>
          <p:nvPr/>
        </p:nvSpPr>
        <p:spPr>
          <a:xfrm xmlns:a="http://schemas.openxmlformats.org/drawingml/2006/main">
            <a:off x="1219200"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Your task</a:t>
            </a:r>
          </a:p>
        </p:txBody>
      </p:sp>
      <p:sp>
        <p:nvSpPr>
          <p:cNvPr id="7" name="">
            <a:extLst xmlns:a="http://schemas.openxmlformats.org/drawingml/2006/main">
              <a:ext uri="{FF2B5EF4-FFF2-40B4-BE49-F238E27FC236}">
                <a16:creationId xmlns:a16="http://schemas.microsoft.com/office/drawing/2014/main" id="{5041DE8F-8C77-462F-B92E-C08093DBDBEE}"/>
              </a:ext>
            </a:extLst>
          </p:cNvPr>
          <p:cNvSpPr>
            <a:spLocks xmlns:a="http://schemas.openxmlformats.org/drawingml/2006/main" noGrp="1"/>
          </p:cNvSpPr>
          <p:nvPr/>
        </p:nvSpPr>
        <p:spPr>
          <a:xfrm xmlns:a="http://schemas.openxmlformats.org/drawingml/2006/main">
            <a:off x="6905625"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A499FF"/>
            </a:solidFill>
          </a:ln>
        </p:spPr>
      </p:sp>
      <p:sp>
        <p:nvSpPr>
          <p:cNvPr id="8" name="">
            <a:extLst xmlns:a="http://schemas.openxmlformats.org/drawingml/2006/main">
              <a:ext uri="{FF2B5EF4-FFF2-40B4-BE49-F238E27FC236}">
                <a16:creationId xmlns:a16="http://schemas.microsoft.com/office/drawing/2014/main" id="{3488681C-2C37-441C-908F-F67D2273A0B3}"/>
              </a:ext>
            </a:extLst>
          </p:cNvPr>
          <p:cNvSpPr>
            <a:spLocks xmlns:a="http://schemas.openxmlformats.org/drawingml/2006/main" noGrp="1"/>
          </p:cNvSpPr>
          <p:nvPr/>
        </p:nvSpPr>
        <p:spPr>
          <a:xfrm xmlns:a="http://schemas.openxmlformats.org/drawingml/2006/main">
            <a:off x="7172325"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Agent</a:t>
            </a:r>
          </a:p>
        </p:txBody>
      </p:sp>
      <p:sp>
        <p:nvSpPr>
          <p:cNvPr id="9" name="">
            <a:extLst xmlns:a="http://schemas.openxmlformats.org/drawingml/2006/main">
              <a:ext uri="{FF2B5EF4-FFF2-40B4-BE49-F238E27FC236}">
                <a16:creationId xmlns:a16="http://schemas.microsoft.com/office/drawing/2014/main" id="{1772775F-E2FF-4BB3-85A6-D975F794BFF3}"/>
              </a:ext>
            </a:extLst>
          </p:cNvPr>
          <p:cNvSpPr>
            <a:spLocks xmlns:a="http://schemas.openxmlformats.org/drawingml/2006/main" noGrp="1"/>
          </p:cNvSpPr>
          <p:nvPr/>
        </p:nvSpPr>
        <p:spPr>
          <a:xfrm xmlns:a="http://schemas.openxmlformats.org/drawingml/2006/main">
            <a:off x="13096875" y="4000500"/>
            <a:ext cx="4095750" cy="1571625"/>
          </a:xfrm>
          <a:prstGeom xmlns:a="http://schemas.openxmlformats.org/drawingml/2006/main" prst="roundRect">
            <a:avLst>
              <a:gd name="adj" fmla="val 13333"/>
            </a:avLst>
          </a:prstGeom>
          <a:solidFill xmlns:a="http://schemas.openxmlformats.org/drawingml/2006/main">
            <a:srgbClr val="22263D"/>
          </a:solidFill>
          <a:ln xmlns:a="http://schemas.openxmlformats.org/drawingml/2006/main" w="38100">
            <a:solidFill>
              <a:srgbClr val="73DCD5"/>
            </a:solidFill>
          </a:ln>
        </p:spPr>
      </p:sp>
      <p:sp>
        <p:nvSpPr>
          <p:cNvPr id="10" name="">
            <a:extLst xmlns:a="http://schemas.openxmlformats.org/drawingml/2006/main">
              <a:ext uri="{FF2B5EF4-FFF2-40B4-BE49-F238E27FC236}">
                <a16:creationId xmlns:a16="http://schemas.microsoft.com/office/drawing/2014/main" id="{5D8E4B3D-29FE-4509-940A-80875AD10F21}"/>
              </a:ext>
            </a:extLst>
          </p:cNvPr>
          <p:cNvSpPr>
            <a:spLocks xmlns:a="http://schemas.openxmlformats.org/drawingml/2006/main" noGrp="1"/>
          </p:cNvSpPr>
          <p:nvPr/>
        </p:nvSpPr>
        <p:spPr>
          <a:xfrm xmlns:a="http://schemas.openxmlformats.org/drawingml/2006/main">
            <a:off x="13363575" y="4238625"/>
            <a:ext cx="35623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Summary</a:t>
            </a:r>
          </a:p>
        </p:txBody>
      </p:sp>
      <p:cxnSp>
        <p:nvCxnSpPr>
          <p:cNvPr id="28" name=""/>
          <p:cNvCxnSpPr>
            <a:stCxn xmlns:a="http://schemas.openxmlformats.org/drawingml/2006/main" id="5" idx="3"/>
            <a:endCxn xmlns:a="http://schemas.openxmlformats.org/drawingml/2006/main" id="7" idx="1"/>
          </p:cNvCxnSpPr>
          <p:nvPr/>
        </p:nvCxnSpPr>
        <p:spPr>
          <a:xfrm xmlns:a="http://schemas.openxmlformats.org/drawingml/2006/main">
            <a:off x="5048250" y="4786313"/>
            <a:ext cx="18573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11001375" y="4786313"/>
            <a:ext cx="209550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3" name="">
            <a:extLst xmlns:a="http://schemas.openxmlformats.org/drawingml/2006/main">
              <a:ext uri="{FF2B5EF4-FFF2-40B4-BE49-F238E27FC236}">
                <a16:creationId xmlns:a16="http://schemas.microsoft.com/office/drawing/2014/main" id="{A5EA7D5D-7F3E-4B13-A6D9-90A8BC4B2C56}"/>
              </a:ext>
            </a:extLst>
          </p:cNvPr>
          <p:cNvSpPr>
            <a:spLocks xmlns:a="http://schemas.openxmlformats.org/drawingml/2006/main" noGrp="1"/>
          </p:cNvSpPr>
          <p:nvPr/>
        </p:nvSpPr>
        <p:spPr>
          <a:xfrm xmlns:a="http://schemas.openxmlformats.org/drawingml/2006/main">
            <a:off x="6810375" y="6286500"/>
            <a:ext cx="4429125" cy="1428750"/>
          </a:xfrm>
          <a:prstGeom xmlns:a="http://schemas.openxmlformats.org/drawingml/2006/main" prst="roundRect">
            <a:avLst>
              <a:gd name="adj" fmla="val 14667"/>
            </a:avLst>
          </a:prstGeom>
          <a:solidFill xmlns:a="http://schemas.openxmlformats.org/drawingml/2006/main">
            <a:srgbClr val="22263D"/>
          </a:solidFill>
          <a:ln xmlns:a="http://schemas.openxmlformats.org/drawingml/2006/main" w="38100">
            <a:solidFill>
              <a:srgbClr val="73DCD5"/>
            </a:solidFill>
          </a:ln>
        </p:spPr>
      </p:sp>
      <p:sp>
        <p:nvSpPr>
          <p:cNvPr id="14" name="">
            <a:extLst xmlns:a="http://schemas.openxmlformats.org/drawingml/2006/main">
              <a:ext uri="{FF2B5EF4-FFF2-40B4-BE49-F238E27FC236}">
                <a16:creationId xmlns:a16="http://schemas.microsoft.com/office/drawing/2014/main" id="{7FBD76EE-12CD-4A13-AD73-DDE9B816C633}"/>
              </a:ext>
            </a:extLst>
          </p:cNvPr>
          <p:cNvSpPr>
            <a:spLocks xmlns:a="http://schemas.openxmlformats.org/drawingml/2006/main" noGrp="1"/>
          </p:cNvSpPr>
          <p:nvPr/>
        </p:nvSpPr>
        <p:spPr>
          <a:xfrm xmlns:a="http://schemas.openxmlformats.org/drawingml/2006/main">
            <a:off x="7077075" y="6524625"/>
            <a:ext cx="38957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Helper agent</a:t>
            </a:r>
          </a:p>
        </p:txBody>
      </p:sp>
      <p:cxnSp>
        <p:nvCxnSpPr>
          <p:cNvPr id="32" name=""/>
          <p:cNvCxnSpPr>
            <a:stCxn xmlns:a="http://schemas.openxmlformats.org/drawingml/2006/main" id="7" idx="2"/>
            <a:endCxn xmlns:a="http://schemas.openxmlformats.org/drawingml/2006/main" id="13" idx="0"/>
          </p:cNvCxnSpPr>
          <p:nvPr/>
        </p:nvCxnSpPr>
        <p:spPr>
          <a:xfrm xmlns:a="http://schemas.openxmlformats.org/drawingml/2006/main">
            <a:off x="8953500" y="5572125"/>
            <a:ext cx="71438" cy="714375"/>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6" name="">
            <a:extLst xmlns:a="http://schemas.openxmlformats.org/drawingml/2006/main">
              <a:ext uri="{FF2B5EF4-FFF2-40B4-BE49-F238E27FC236}">
                <a16:creationId xmlns:a16="http://schemas.microsoft.com/office/drawing/2014/main" id="{072F07ED-B4C1-43C8-AB55-0EA77A2C21C5}"/>
              </a:ext>
            </a:extLst>
          </p:cNvPr>
          <p:cNvSpPr>
            <a:spLocks xmlns:a="http://schemas.openxmlformats.org/drawingml/2006/main" noGrp="1"/>
          </p:cNvSpPr>
          <p:nvPr/>
        </p:nvSpPr>
        <p:spPr>
          <a:xfrm xmlns:a="http://schemas.openxmlformats.org/drawingml/2006/main">
            <a:off x="11477625" y="6572250"/>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73DCD5"/>
                </a:solidFill>
                <a:latin typeface="Segoe UI"/>
                <a:ea typeface="Segoe UI"/>
                <a:cs typeface="Segoe UI"/>
              </a:defRPr>
            </a:pPr>
            <a:r>
              <a:rPr sz="4275" b="0">
                <a:solidFill>
                  <a:srgbClr val="73DCD5"/>
                </a:solidFill>
                <a:latin typeface="Segoe UI"/>
                <a:ea typeface="Segoe UI"/>
                <a:cs typeface="Segoe UI"/>
              </a:rPr>
              <a:t>Read selected files</a:t>
            </a:r>
          </a:p>
        </p:txBody>
      </p:sp>
      <p:sp>
        <p:nvSpPr>
          <p:cNvPr id="17" name="">
            <a:extLst xmlns:a="http://schemas.openxmlformats.org/drawingml/2006/main">
              <a:ext uri="{FF2B5EF4-FFF2-40B4-BE49-F238E27FC236}">
                <a16:creationId xmlns:a16="http://schemas.microsoft.com/office/drawing/2014/main" id="{DBAA3E20-0D7C-4695-A945-67CC60EAAA12}"/>
              </a:ext>
            </a:extLst>
          </p:cNvPr>
          <p:cNvSpPr>
            <a:spLocks xmlns:a="http://schemas.openxmlformats.org/drawingml/2006/main" noGrp="1"/>
          </p:cNvSpPr>
          <p:nvPr/>
        </p:nvSpPr>
        <p:spPr>
          <a:xfrm xmlns:a="http://schemas.openxmlformats.org/drawingml/2006/main">
            <a:off x="1047750" y="3238500"/>
            <a:ext cx="1609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Summarize selected files</a:t>
            </a:r>
          </a:p>
        </p:txBody>
      </p:sp>
    </p:spTree>
    <p:extLst>
      <p:ext uri="{BB962C8B-B14F-4D97-AF65-F5344CB8AC3E}">
        <p14:creationId xmlns:p14="http://schemas.microsoft.com/office/powerpoint/2010/main" val="1121505067"/>
      </p:ext>
    </p:extLst>
  </p:cSld>
</p:sld>
</file>

<file path=ppt/slides/slide3.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35704810e044845"/>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BD02DA-6A8C-4AD4-AB73-F777CD6411BE}"/>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2 / 9</a:t>
            </a:r>
          </a:p>
        </p:txBody>
      </p:sp>
      <p:sp>
        <p:nvSpPr>
          <p:cNvPr id="3" name="">
            <a:extLst xmlns:a="http://schemas.openxmlformats.org/drawingml/2006/main">
              <a:ext uri="{FF2B5EF4-FFF2-40B4-BE49-F238E27FC236}">
                <a16:creationId xmlns:a16="http://schemas.microsoft.com/office/drawing/2014/main" id="{AA2A3495-A45D-4459-9F64-3607DABE55D7}"/>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Discovery finds capabilities</a:t>
            </a:r>
          </a:p>
        </p:txBody>
      </p:sp>
      <p:sp>
        <p:nvSpPr>
          <p:cNvPr id="4" name="">
            <a:extLst xmlns:a="http://schemas.openxmlformats.org/drawingml/2006/main">
              <a:ext uri="{FF2B5EF4-FFF2-40B4-BE49-F238E27FC236}">
                <a16:creationId xmlns:a16="http://schemas.microsoft.com/office/drawing/2014/main" id="{42C1AE33-BA64-41D8-BB81-34485D33952F}"/>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C313593F-FF95-4793-9F13-988146093368}"/>
              </a:ext>
            </a:extLst>
          </p:cNvPr>
          <p:cNvSpPr>
            <a:spLocks xmlns:a="http://schemas.openxmlformats.org/drawingml/2006/main" noGrp="1"/>
          </p:cNvSpPr>
          <p:nvPr/>
        </p:nvSpPr>
        <p:spPr>
          <a:xfrm xmlns:a="http://schemas.openxmlformats.org/drawingml/2006/main">
            <a:off x="952500" y="4095750"/>
            <a:ext cx="438150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E3FCE146-55FE-496E-B35C-E540C88F3810}"/>
              </a:ext>
            </a:extLst>
          </p:cNvPr>
          <p:cNvSpPr>
            <a:spLocks xmlns:a="http://schemas.openxmlformats.org/drawingml/2006/main" noGrp="1"/>
          </p:cNvSpPr>
          <p:nvPr/>
        </p:nvSpPr>
        <p:spPr>
          <a:xfrm xmlns:a="http://schemas.openxmlformats.org/drawingml/2006/main">
            <a:off x="1219200" y="43338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Helper agent</a:t>
            </a:r>
          </a:p>
        </p:txBody>
      </p:sp>
      <p:sp>
        <p:nvSpPr>
          <p:cNvPr id="7" name="">
            <a:extLst xmlns:a="http://schemas.openxmlformats.org/drawingml/2006/main">
              <a:ext uri="{FF2B5EF4-FFF2-40B4-BE49-F238E27FC236}">
                <a16:creationId xmlns:a16="http://schemas.microsoft.com/office/drawing/2014/main" id="{039BC87A-24BE-4370-916A-8B251CEA9C3E}"/>
              </a:ext>
            </a:extLst>
          </p:cNvPr>
          <p:cNvSpPr>
            <a:spLocks xmlns:a="http://schemas.openxmlformats.org/drawingml/2006/main" noGrp="1"/>
          </p:cNvSpPr>
          <p:nvPr/>
        </p:nvSpPr>
        <p:spPr>
          <a:xfrm xmlns:a="http://schemas.openxmlformats.org/drawingml/2006/main">
            <a:off x="12001500" y="3571875"/>
            <a:ext cx="5095875" cy="1476375"/>
          </a:xfrm>
          <a:prstGeom xmlns:a="http://schemas.openxmlformats.org/drawingml/2006/main" prst="roundRect">
            <a:avLst>
              <a:gd name="adj" fmla="val 14194"/>
            </a:avLst>
          </a:prstGeom>
          <a:solidFill xmlns:a="http://schemas.openxmlformats.org/drawingml/2006/main">
            <a:srgbClr val="22263D"/>
          </a:solidFill>
          <a:ln xmlns:a="http://schemas.openxmlformats.org/drawingml/2006/main" w="38100">
            <a:solidFill>
              <a:srgbClr val="A499FF"/>
            </a:solidFill>
          </a:ln>
        </p:spPr>
      </p:sp>
      <p:sp>
        <p:nvSpPr>
          <p:cNvPr id="8" name="">
            <a:extLst xmlns:a="http://schemas.openxmlformats.org/drawingml/2006/main">
              <a:ext uri="{FF2B5EF4-FFF2-40B4-BE49-F238E27FC236}">
                <a16:creationId xmlns:a16="http://schemas.microsoft.com/office/drawing/2014/main" id="{99A58DBC-10A8-400D-88DB-352C93054CA2}"/>
              </a:ext>
            </a:extLst>
          </p:cNvPr>
          <p:cNvSpPr>
            <a:spLocks xmlns:a="http://schemas.openxmlformats.org/drawingml/2006/main" noGrp="1"/>
          </p:cNvSpPr>
          <p:nvPr/>
        </p:nvSpPr>
        <p:spPr>
          <a:xfrm xmlns:a="http://schemas.openxmlformats.org/drawingml/2006/main">
            <a:off x="12268200" y="3810000"/>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2399C8E6-F64B-4D4B-BE40-F99DAAD6A3F2}"/>
              </a:ext>
            </a:extLst>
          </p:cNvPr>
          <p:cNvSpPr>
            <a:spLocks xmlns:a="http://schemas.openxmlformats.org/drawingml/2006/main" noGrp="1"/>
          </p:cNvSpPr>
          <p:nvPr/>
        </p:nvSpPr>
        <p:spPr>
          <a:xfrm xmlns:a="http://schemas.openxmlformats.org/drawingml/2006/main">
            <a:off x="12001500" y="6096000"/>
            <a:ext cx="5095875" cy="1476375"/>
          </a:xfrm>
          <a:prstGeom xmlns:a="http://schemas.openxmlformats.org/drawingml/2006/main" prst="roundRect">
            <a:avLst>
              <a:gd name="adj" fmla="val 14194"/>
            </a:avLst>
          </a:prstGeom>
          <a:solidFill xmlns:a="http://schemas.openxmlformats.org/drawingml/2006/main">
            <a:srgbClr val="181C30"/>
          </a:solidFill>
          <a:ln xmlns:a="http://schemas.openxmlformats.org/drawingml/2006/main" w="38100">
            <a:solidFill>
              <a:srgbClr val="59617F"/>
            </a:solidFill>
          </a:ln>
        </p:spPr>
      </p:sp>
      <p:sp>
        <p:nvSpPr>
          <p:cNvPr id="10" name="">
            <a:extLst xmlns:a="http://schemas.openxmlformats.org/drawingml/2006/main">
              <a:ext uri="{FF2B5EF4-FFF2-40B4-BE49-F238E27FC236}">
                <a16:creationId xmlns:a16="http://schemas.microsoft.com/office/drawing/2014/main" id="{4FC69082-F267-4687-ACDF-605DD56A8485}"/>
              </a:ext>
            </a:extLst>
          </p:cNvPr>
          <p:cNvSpPr>
            <a:spLocks xmlns:a="http://schemas.openxmlformats.org/drawingml/2006/main" noGrp="1"/>
          </p:cNvSpPr>
          <p:nvPr/>
        </p:nvSpPr>
        <p:spPr>
          <a:xfrm xmlns:a="http://schemas.openxmlformats.org/drawingml/2006/main">
            <a:off x="12268200" y="6334125"/>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Send email</a:t>
            </a:r>
          </a:p>
        </p:txBody>
      </p: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flipV="1">
            <a:off x="5334000" y="4310063"/>
            <a:ext cx="6667500" cy="642938"/>
          </a:xfrm>
          <a:prstGeom xmlns:a="http://schemas.openxmlformats.org/drawingml/2006/main" prst="bentConnector3">
            <a:avLst>
              <a:gd name="adj1" fmla="val 96571"/>
            </a:avLst>
          </a:prstGeom>
          <a:ln xmlns:a="http://schemas.openxmlformats.org/drawingml/2006/main" w="57150">
            <a:solidFill>
              <a:srgbClr val="A499FF"/>
            </a:solidFill>
            <a:prstDash val="solid"/>
            <a:tailEnd type="triangle" w="lg" len="lg"/>
          </a:ln>
        </p:spPr>
      </p:cxnSp>
      <p:cxnSp>
        <p:nvCxnSpPr>
          <p:cNvPr id="26" name=""/>
          <p:cNvCxnSpPr>
            <a:stCxn xmlns:a="http://schemas.openxmlformats.org/drawingml/2006/main" id="5" idx="3"/>
            <a:endCxn xmlns:a="http://schemas.openxmlformats.org/drawingml/2006/main" id="9" idx="1"/>
          </p:cNvCxnSpPr>
          <p:nvPr/>
        </p:nvCxnSpPr>
        <p:spPr>
          <a:xfrm xmlns:a="http://schemas.openxmlformats.org/drawingml/2006/main">
            <a:off x="5334000" y="4953000"/>
            <a:ext cx="6667500" cy="1881188"/>
          </a:xfrm>
          <a:prstGeom xmlns:a="http://schemas.openxmlformats.org/drawingml/2006/main" prst="bentConnector3">
            <a:avLst>
              <a:gd name="adj1" fmla="val 96571"/>
            </a:avLst>
          </a:prstGeom>
          <a:ln xmlns:a="http://schemas.openxmlformats.org/drawingml/2006/main" w="57150">
            <a:solidFill>
              <a:srgbClr val="59617F"/>
            </a:solidFill>
            <a:prstDash val="dash"/>
            <a:tailEnd type="triangle" w="lg" len="lg"/>
          </a:ln>
        </p:spPr>
      </p:cxnSp>
      <p:sp>
        <p:nvSpPr>
          <p:cNvPr id="13" name="">
            <a:extLst xmlns:a="http://schemas.openxmlformats.org/drawingml/2006/main">
              <a:ext uri="{FF2B5EF4-FFF2-40B4-BE49-F238E27FC236}">
                <a16:creationId xmlns:a16="http://schemas.microsoft.com/office/drawing/2014/main" id="{006D6660-BA63-484A-B0C4-23E654A20754}"/>
              </a:ext>
            </a:extLst>
          </p:cNvPr>
          <p:cNvSpPr>
            <a:spLocks xmlns:a="http://schemas.openxmlformats.org/drawingml/2006/main" noGrp="1"/>
          </p:cNvSpPr>
          <p:nvPr/>
        </p:nvSpPr>
        <p:spPr>
          <a:xfrm xmlns:a="http://schemas.openxmlformats.org/drawingml/2006/main">
            <a:off x="6191250" y="34004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1">
                <a:solidFill>
                  <a:srgbClr val="A499FF"/>
                </a:solidFill>
                <a:latin typeface="Segoe UI"/>
                <a:ea typeface="Segoe UI"/>
                <a:cs typeface="Segoe UI"/>
              </a:defRPr>
            </a:pPr>
            <a:r>
              <a:rPr sz="3488" b="1">
                <a:solidFill>
                  <a:srgbClr val="A499FF"/>
                </a:solidFill>
                <a:latin typeface="Segoe UI"/>
                <a:ea typeface="Segoe UI"/>
                <a:cs typeface="Segoe UI"/>
              </a:rPr>
              <a:t>DISCOVER</a:t>
            </a:r>
          </a:p>
        </p:txBody>
      </p:sp>
      <p:sp>
        <p:nvSpPr>
          <p:cNvPr id="14" name="">
            <a:extLst xmlns:a="http://schemas.openxmlformats.org/drawingml/2006/main">
              <a:ext uri="{FF2B5EF4-FFF2-40B4-BE49-F238E27FC236}">
                <a16:creationId xmlns:a16="http://schemas.microsoft.com/office/drawing/2014/main" id="{9FC085DA-542C-47D5-BCF1-892F32F6DA86}"/>
              </a:ext>
            </a:extLst>
          </p:cNvPr>
          <p:cNvSpPr>
            <a:spLocks xmlns:a="http://schemas.openxmlformats.org/drawingml/2006/main" noGrp="1"/>
          </p:cNvSpPr>
          <p:nvPr/>
        </p:nvSpPr>
        <p:spPr>
          <a:xfrm xmlns:a="http://schemas.openxmlformats.org/drawingml/2006/main">
            <a:off x="6191250" y="60960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Tool catalog</a:t>
            </a:r>
          </a:p>
        </p:txBody>
      </p:sp>
    </p:spTree>
    <p:extLst>
      <p:ext uri="{BB962C8B-B14F-4D97-AF65-F5344CB8AC3E}">
        <p14:creationId xmlns:p14="http://schemas.microsoft.com/office/powerpoint/2010/main" val="1069270171"/>
      </p:ext>
    </p:extLst>
  </p:cSld>
</p:sld>
</file>

<file path=ppt/slides/slide4.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cd62e5b3af45e2"/>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247C38-2F6A-4C65-ADDD-375A45603123}"/>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2 / 9</a:t>
            </a:r>
          </a:p>
        </p:txBody>
      </p:sp>
      <p:sp>
        <p:nvSpPr>
          <p:cNvPr id="3" name="">
            <a:extLst xmlns:a="http://schemas.openxmlformats.org/drawingml/2006/main">
              <a:ext uri="{FF2B5EF4-FFF2-40B4-BE49-F238E27FC236}">
                <a16:creationId xmlns:a16="http://schemas.microsoft.com/office/drawing/2014/main" id="{371DC927-022A-419B-8321-B3D707EF823A}"/>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separate permission boundary</a:t>
            </a:r>
          </a:p>
        </p:txBody>
      </p:sp>
      <p:sp>
        <p:nvSpPr>
          <p:cNvPr id="4" name="">
            <a:extLst xmlns:a="http://schemas.openxmlformats.org/drawingml/2006/main">
              <a:ext uri="{FF2B5EF4-FFF2-40B4-BE49-F238E27FC236}">
                <a16:creationId xmlns:a16="http://schemas.microsoft.com/office/drawing/2014/main" id="{9E1983D8-0783-445A-9270-432765A78DD9}"/>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7685F9CE-EB18-4438-8731-CA1AD41AD626}"/>
              </a:ext>
            </a:extLst>
          </p:cNvPr>
          <p:cNvSpPr>
            <a:spLocks xmlns:a="http://schemas.openxmlformats.org/drawingml/2006/main" noGrp="1"/>
          </p:cNvSpPr>
          <p:nvPr/>
        </p:nvSpPr>
        <p:spPr>
          <a:xfrm xmlns:a="http://schemas.openxmlformats.org/drawingml/2006/main">
            <a:off x="952500" y="4095750"/>
            <a:ext cx="438150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2CDE72F3-3152-4E69-A56E-32A1339843E9}"/>
              </a:ext>
            </a:extLst>
          </p:cNvPr>
          <p:cNvSpPr>
            <a:spLocks xmlns:a="http://schemas.openxmlformats.org/drawingml/2006/main" noGrp="1"/>
          </p:cNvSpPr>
          <p:nvPr/>
        </p:nvSpPr>
        <p:spPr>
          <a:xfrm xmlns:a="http://schemas.openxmlformats.org/drawingml/2006/main">
            <a:off x="1219200" y="43338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Helper agent</a:t>
            </a:r>
          </a:p>
        </p:txBody>
      </p:sp>
      <p:sp>
        <p:nvSpPr>
          <p:cNvPr id="7" name="">
            <a:extLst xmlns:a="http://schemas.openxmlformats.org/drawingml/2006/main">
              <a:ext uri="{FF2B5EF4-FFF2-40B4-BE49-F238E27FC236}">
                <a16:creationId xmlns:a16="http://schemas.microsoft.com/office/drawing/2014/main" id="{3263D039-4DD5-41A3-AEFA-5B62CDB66F8B}"/>
              </a:ext>
            </a:extLst>
          </p:cNvPr>
          <p:cNvSpPr>
            <a:spLocks xmlns:a="http://schemas.openxmlformats.org/drawingml/2006/main" noGrp="1"/>
          </p:cNvSpPr>
          <p:nvPr/>
        </p:nvSpPr>
        <p:spPr>
          <a:xfrm xmlns:a="http://schemas.openxmlformats.org/drawingml/2006/main">
            <a:off x="12001500" y="3571875"/>
            <a:ext cx="5095875" cy="1476375"/>
          </a:xfrm>
          <a:prstGeom xmlns:a="http://schemas.openxmlformats.org/drawingml/2006/main" prst="roundRect">
            <a:avLst>
              <a:gd name="adj" fmla="val 14194"/>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214304D2-38D5-4B80-AED9-F4857FD99D9C}"/>
              </a:ext>
            </a:extLst>
          </p:cNvPr>
          <p:cNvSpPr>
            <a:spLocks xmlns:a="http://schemas.openxmlformats.org/drawingml/2006/main" noGrp="1"/>
          </p:cNvSpPr>
          <p:nvPr/>
        </p:nvSpPr>
        <p:spPr>
          <a:xfrm xmlns:a="http://schemas.openxmlformats.org/drawingml/2006/main">
            <a:off x="12268200" y="3810000"/>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9ABC8948-6CAC-4BA7-B67D-C2102FC59E79}"/>
              </a:ext>
            </a:extLst>
          </p:cNvPr>
          <p:cNvSpPr>
            <a:spLocks xmlns:a="http://schemas.openxmlformats.org/drawingml/2006/main" noGrp="1"/>
          </p:cNvSpPr>
          <p:nvPr/>
        </p:nvSpPr>
        <p:spPr>
          <a:xfrm xmlns:a="http://schemas.openxmlformats.org/drawingml/2006/main">
            <a:off x="12001500" y="6096000"/>
            <a:ext cx="5095875" cy="1476375"/>
          </a:xfrm>
          <a:prstGeom xmlns:a="http://schemas.openxmlformats.org/drawingml/2006/main" prst="roundRect">
            <a:avLst>
              <a:gd name="adj" fmla="val 14194"/>
            </a:avLst>
          </a:prstGeom>
          <a:solidFill xmlns:a="http://schemas.openxmlformats.org/drawingml/2006/main">
            <a:srgbClr val="181C30"/>
          </a:solidFill>
          <a:ln xmlns:a="http://schemas.openxmlformats.org/drawingml/2006/main" w="38100">
            <a:solidFill>
              <a:srgbClr val="59617F"/>
            </a:solidFill>
          </a:ln>
        </p:spPr>
      </p:sp>
      <p:sp>
        <p:nvSpPr>
          <p:cNvPr id="10" name="">
            <a:extLst xmlns:a="http://schemas.openxmlformats.org/drawingml/2006/main">
              <a:ext uri="{FF2B5EF4-FFF2-40B4-BE49-F238E27FC236}">
                <a16:creationId xmlns:a16="http://schemas.microsoft.com/office/drawing/2014/main" id="{DCD6CE6C-7930-47D2-AD08-C02F0CE02E4D}"/>
              </a:ext>
            </a:extLst>
          </p:cNvPr>
          <p:cNvSpPr>
            <a:spLocks xmlns:a="http://schemas.openxmlformats.org/drawingml/2006/main" noGrp="1"/>
          </p:cNvSpPr>
          <p:nvPr/>
        </p:nvSpPr>
        <p:spPr>
          <a:xfrm xmlns:a="http://schemas.openxmlformats.org/drawingml/2006/main">
            <a:off x="12268200" y="6334125"/>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Send email</a:t>
            </a:r>
          </a:p>
        </p:txBody>
      </p: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flipV="1">
            <a:off x="5334000" y="4310063"/>
            <a:ext cx="6667500" cy="642938"/>
          </a:xfrm>
          <a:prstGeom xmlns:a="http://schemas.openxmlformats.org/drawingml/2006/main" prst="bentConnector3">
            <a:avLst>
              <a:gd name="adj1" fmla="val 96571"/>
            </a:avLst>
          </a:prstGeom>
          <a:ln xmlns:a="http://schemas.openxmlformats.org/drawingml/2006/main" w="57150">
            <a:solidFill>
              <a:srgbClr val="73DCD5"/>
            </a:solidFill>
            <a:prstDash val="solid"/>
            <a:tailEnd type="triangle" w="lg" len="lg"/>
          </a:ln>
        </p:spPr>
      </p:cxnSp>
      <p:cxnSp>
        <p:nvCxnSpPr>
          <p:cNvPr id="26" name=""/>
          <p:cNvCxnSpPr>
            <a:stCxn xmlns:a="http://schemas.openxmlformats.org/drawingml/2006/main" id="5" idx="3"/>
            <a:endCxn xmlns:a="http://schemas.openxmlformats.org/drawingml/2006/main" id="9" idx="1"/>
          </p:cNvCxnSpPr>
          <p:nvPr/>
        </p:nvCxnSpPr>
        <p:spPr>
          <a:xfrm xmlns:a="http://schemas.openxmlformats.org/drawingml/2006/main">
            <a:off x="5334000" y="4953000"/>
            <a:ext cx="6667500" cy="1881188"/>
          </a:xfrm>
          <a:prstGeom xmlns:a="http://schemas.openxmlformats.org/drawingml/2006/main" prst="bentConnector3">
            <a:avLst>
              <a:gd name="adj1" fmla="val 96571"/>
            </a:avLst>
          </a:prstGeom>
          <a:ln xmlns:a="http://schemas.openxmlformats.org/drawingml/2006/main" w="57150">
            <a:solidFill>
              <a:srgbClr val="59617F"/>
            </a:solidFill>
            <a:prstDash val="dash"/>
            <a:tailEnd type="triangle" w="lg" len="lg"/>
          </a:ln>
        </p:spPr>
      </p:cxnSp>
      <p:sp>
        <p:nvSpPr>
          <p:cNvPr id="13" name="">
            <a:extLst xmlns:a="http://schemas.openxmlformats.org/drawingml/2006/main">
              <a:ext uri="{FF2B5EF4-FFF2-40B4-BE49-F238E27FC236}">
                <a16:creationId xmlns:a16="http://schemas.microsoft.com/office/drawing/2014/main" id="{D38F138C-69AC-44DB-BE96-56EB077119A4}"/>
              </a:ext>
            </a:extLst>
          </p:cNvPr>
          <p:cNvSpPr>
            <a:spLocks xmlns:a="http://schemas.openxmlformats.org/drawingml/2006/main" noGrp="1"/>
          </p:cNvSpPr>
          <p:nvPr/>
        </p:nvSpPr>
        <p:spPr>
          <a:xfrm xmlns:a="http://schemas.openxmlformats.org/drawingml/2006/main">
            <a:off x="6191250" y="34004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1">
                <a:solidFill>
                  <a:srgbClr val="73DCD5"/>
                </a:solidFill>
                <a:latin typeface="Segoe UI"/>
                <a:ea typeface="Segoe UI"/>
                <a:cs typeface="Segoe UI"/>
              </a:defRPr>
            </a:pPr>
            <a:r>
              <a:rPr sz="3488" b="1">
                <a:solidFill>
                  <a:srgbClr val="73DCD5"/>
                </a:solidFill>
                <a:latin typeface="Segoe UI"/>
                <a:ea typeface="Segoe UI"/>
                <a:cs typeface="Segoe UI"/>
              </a:rPr>
              <a:t>AUTHORIZE</a:t>
            </a:r>
          </a:p>
        </p:txBody>
      </p:sp>
      <p:sp>
        <p:nvSpPr>
          <p:cNvPr id="14" name="">
            <a:extLst xmlns:a="http://schemas.openxmlformats.org/drawingml/2006/main">
              <a:ext uri="{FF2B5EF4-FFF2-40B4-BE49-F238E27FC236}">
                <a16:creationId xmlns:a16="http://schemas.microsoft.com/office/drawing/2014/main" id="{76D01A76-7D81-4CDB-B414-015A110E2748}"/>
              </a:ext>
            </a:extLst>
          </p:cNvPr>
          <p:cNvSpPr>
            <a:spLocks xmlns:a="http://schemas.openxmlformats.org/drawingml/2006/main" noGrp="1"/>
          </p:cNvSpPr>
          <p:nvPr/>
        </p:nvSpPr>
        <p:spPr>
          <a:xfrm xmlns:a="http://schemas.openxmlformats.org/drawingml/2006/main">
            <a:off x="6191250" y="60960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Selected files</a:t>
            </a:r>
          </a:p>
        </p:txBody>
      </p:sp>
    </p:spTree>
    <p:extLst>
      <p:ext uri="{BB962C8B-B14F-4D97-AF65-F5344CB8AC3E}">
        <p14:creationId xmlns:p14="http://schemas.microsoft.com/office/powerpoint/2010/main" val="393641939"/>
      </p:ext>
    </p:extLst>
  </p:cSld>
</p:sld>
</file>

<file path=ppt/slides/slide5.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13fc7278e024f8a"/>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B51D5B-9793-420E-B2A6-71B523A7329F}"/>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2 / 9</a:t>
            </a:r>
          </a:p>
        </p:txBody>
      </p:sp>
      <p:sp>
        <p:nvSpPr>
          <p:cNvPr id="3" name="">
            <a:extLst xmlns:a="http://schemas.openxmlformats.org/drawingml/2006/main">
              <a:ext uri="{FF2B5EF4-FFF2-40B4-BE49-F238E27FC236}">
                <a16:creationId xmlns:a16="http://schemas.microsoft.com/office/drawing/2014/main" id="{A66DEFFF-EB37-4561-8242-A9803AFFBA9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visible tool can still be denied</a:t>
            </a:r>
          </a:p>
        </p:txBody>
      </p:sp>
      <p:sp>
        <p:nvSpPr>
          <p:cNvPr id="4" name="">
            <a:extLst xmlns:a="http://schemas.openxmlformats.org/drawingml/2006/main">
              <a:ext uri="{FF2B5EF4-FFF2-40B4-BE49-F238E27FC236}">
                <a16:creationId xmlns:a16="http://schemas.microsoft.com/office/drawing/2014/main" id="{3A8A2E6D-D2D6-41EF-A7DF-6B700745D865}"/>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EDF0F286-7954-478B-82B0-5980514732A8}"/>
              </a:ext>
            </a:extLst>
          </p:cNvPr>
          <p:cNvSpPr>
            <a:spLocks xmlns:a="http://schemas.openxmlformats.org/drawingml/2006/main" noGrp="1"/>
          </p:cNvSpPr>
          <p:nvPr/>
        </p:nvSpPr>
        <p:spPr>
          <a:xfrm xmlns:a="http://schemas.openxmlformats.org/drawingml/2006/main">
            <a:off x="952500" y="4095750"/>
            <a:ext cx="438150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5F62EDA1-6849-4C47-A354-B898B2F56C45}"/>
              </a:ext>
            </a:extLst>
          </p:cNvPr>
          <p:cNvSpPr>
            <a:spLocks xmlns:a="http://schemas.openxmlformats.org/drawingml/2006/main" noGrp="1"/>
          </p:cNvSpPr>
          <p:nvPr/>
        </p:nvSpPr>
        <p:spPr>
          <a:xfrm xmlns:a="http://schemas.openxmlformats.org/drawingml/2006/main">
            <a:off x="1219200" y="43338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Helper agent</a:t>
            </a:r>
          </a:p>
        </p:txBody>
      </p:sp>
      <p:sp>
        <p:nvSpPr>
          <p:cNvPr id="7" name="">
            <a:extLst xmlns:a="http://schemas.openxmlformats.org/drawingml/2006/main">
              <a:ext uri="{FF2B5EF4-FFF2-40B4-BE49-F238E27FC236}">
                <a16:creationId xmlns:a16="http://schemas.microsoft.com/office/drawing/2014/main" id="{CC33E33E-CC34-4F12-A29E-E1C84441079D}"/>
              </a:ext>
            </a:extLst>
          </p:cNvPr>
          <p:cNvSpPr>
            <a:spLocks xmlns:a="http://schemas.openxmlformats.org/drawingml/2006/main" noGrp="1"/>
          </p:cNvSpPr>
          <p:nvPr/>
        </p:nvSpPr>
        <p:spPr>
          <a:xfrm xmlns:a="http://schemas.openxmlformats.org/drawingml/2006/main">
            <a:off x="12001500" y="3571875"/>
            <a:ext cx="5095875" cy="1476375"/>
          </a:xfrm>
          <a:prstGeom xmlns:a="http://schemas.openxmlformats.org/drawingml/2006/main" prst="roundRect">
            <a:avLst>
              <a:gd name="adj" fmla="val 14194"/>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5F4876F8-AFA1-41C9-A36E-1354A8229F24}"/>
              </a:ext>
            </a:extLst>
          </p:cNvPr>
          <p:cNvSpPr>
            <a:spLocks xmlns:a="http://schemas.openxmlformats.org/drawingml/2006/main" noGrp="1"/>
          </p:cNvSpPr>
          <p:nvPr/>
        </p:nvSpPr>
        <p:spPr>
          <a:xfrm xmlns:a="http://schemas.openxmlformats.org/drawingml/2006/main">
            <a:off x="12268200" y="3810000"/>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45F8674A-B606-40AC-A8E8-AF99CB9C0124}"/>
              </a:ext>
            </a:extLst>
          </p:cNvPr>
          <p:cNvSpPr>
            <a:spLocks xmlns:a="http://schemas.openxmlformats.org/drawingml/2006/main" noGrp="1"/>
          </p:cNvSpPr>
          <p:nvPr/>
        </p:nvSpPr>
        <p:spPr>
          <a:xfrm xmlns:a="http://schemas.openxmlformats.org/drawingml/2006/main">
            <a:off x="12001500" y="6096000"/>
            <a:ext cx="5095875" cy="1476375"/>
          </a:xfrm>
          <a:prstGeom xmlns:a="http://schemas.openxmlformats.org/drawingml/2006/main" prst="roundRect">
            <a:avLst>
              <a:gd name="adj" fmla="val 14194"/>
            </a:avLst>
          </a:prstGeom>
          <a:solidFill xmlns:a="http://schemas.openxmlformats.org/drawingml/2006/main">
            <a:srgbClr val="22263D"/>
          </a:solidFill>
          <a:ln xmlns:a="http://schemas.openxmlformats.org/drawingml/2006/main" w="38100">
            <a:solidFill>
              <a:srgbClr val="FFA18C"/>
            </a:solidFill>
          </a:ln>
        </p:spPr>
      </p:sp>
      <p:sp>
        <p:nvSpPr>
          <p:cNvPr id="10" name="">
            <a:extLst xmlns:a="http://schemas.openxmlformats.org/drawingml/2006/main">
              <a:ext uri="{FF2B5EF4-FFF2-40B4-BE49-F238E27FC236}">
                <a16:creationId xmlns:a16="http://schemas.microsoft.com/office/drawing/2014/main" id="{D1ECF7A5-44B8-44BF-8ADF-04785724B1F4}"/>
              </a:ext>
            </a:extLst>
          </p:cNvPr>
          <p:cNvSpPr>
            <a:spLocks xmlns:a="http://schemas.openxmlformats.org/drawingml/2006/main" noGrp="1"/>
          </p:cNvSpPr>
          <p:nvPr/>
        </p:nvSpPr>
        <p:spPr>
          <a:xfrm xmlns:a="http://schemas.openxmlformats.org/drawingml/2006/main">
            <a:off x="12268200" y="6334125"/>
            <a:ext cx="45624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Send email</a:t>
            </a:r>
          </a:p>
        </p:txBody>
      </p: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flipV="1">
            <a:off x="5334000" y="4310063"/>
            <a:ext cx="6667500" cy="642938"/>
          </a:xfrm>
          <a:prstGeom xmlns:a="http://schemas.openxmlformats.org/drawingml/2006/main" prst="bentConnector3">
            <a:avLst>
              <a:gd name="adj1" fmla="val 96571"/>
            </a:avLst>
          </a:prstGeom>
          <a:ln xmlns:a="http://schemas.openxmlformats.org/drawingml/2006/main" w="57150">
            <a:solidFill>
              <a:srgbClr val="73DCD5"/>
            </a:solidFill>
            <a:prstDash val="solid"/>
            <a:tailEnd type="triangle" w="lg" len="lg"/>
          </a:ln>
        </p:spPr>
      </p:cxnSp>
      <p:cxnSp>
        <p:nvCxnSpPr>
          <p:cNvPr id="27" name=""/>
          <p:cNvCxnSpPr>
            <a:stCxn xmlns:a="http://schemas.openxmlformats.org/drawingml/2006/main" id="5" idx="3"/>
            <a:endCxn xmlns:a="http://schemas.openxmlformats.org/drawingml/2006/main" id="9" idx="1"/>
          </p:cNvCxnSpPr>
          <p:nvPr/>
        </p:nvCxnSpPr>
        <p:spPr>
          <a:xfrm xmlns:a="http://schemas.openxmlformats.org/drawingml/2006/main">
            <a:off x="5334000" y="4953000"/>
            <a:ext cx="6667500" cy="1881188"/>
          </a:xfrm>
          <a:prstGeom xmlns:a="http://schemas.openxmlformats.org/drawingml/2006/main" prst="bentConnector3">
            <a:avLst>
              <a:gd name="adj1" fmla="val 96571"/>
            </a:avLst>
          </a:prstGeom>
          <a:ln xmlns:a="http://schemas.openxmlformats.org/drawingml/2006/main" w="57150">
            <a:solidFill>
              <a:srgbClr val="FFA18C"/>
            </a:solidFill>
            <a:prstDash val="dash"/>
            <a:tailEnd type="triangle" w="lg" len="lg"/>
          </a:ln>
        </p:spPr>
      </p:cxnSp>
      <p:sp>
        <p:nvSpPr>
          <p:cNvPr id="13" name="">
            <a:extLst xmlns:a="http://schemas.openxmlformats.org/drawingml/2006/main">
              <a:ext uri="{FF2B5EF4-FFF2-40B4-BE49-F238E27FC236}">
                <a16:creationId xmlns:a16="http://schemas.microsoft.com/office/drawing/2014/main" id="{E52CF13F-B780-4879-AC2A-DCFA1A7D48F4}"/>
              </a:ext>
            </a:extLst>
          </p:cNvPr>
          <p:cNvSpPr>
            <a:spLocks xmlns:a="http://schemas.openxmlformats.org/drawingml/2006/main" noGrp="1"/>
          </p:cNvSpPr>
          <p:nvPr/>
        </p:nvSpPr>
        <p:spPr>
          <a:xfrm xmlns:a="http://schemas.openxmlformats.org/drawingml/2006/main">
            <a:off x="6191250" y="34004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1">
                <a:solidFill>
                  <a:srgbClr val="73DCD5"/>
                </a:solidFill>
                <a:latin typeface="Segoe UI"/>
                <a:ea typeface="Segoe UI"/>
                <a:cs typeface="Segoe UI"/>
              </a:defRPr>
            </a:pPr>
            <a:r>
              <a:rPr sz="3488" b="1">
                <a:solidFill>
                  <a:srgbClr val="73DCD5"/>
                </a:solidFill>
                <a:latin typeface="Segoe UI"/>
                <a:ea typeface="Segoe UI"/>
                <a:cs typeface="Segoe UI"/>
              </a:rPr>
              <a:t>AUTHORIZE</a:t>
            </a:r>
          </a:p>
        </p:txBody>
      </p:sp>
      <p:sp>
        <p:nvSpPr>
          <p:cNvPr id="14" name="">
            <a:extLst xmlns:a="http://schemas.openxmlformats.org/drawingml/2006/main">
              <a:ext uri="{FF2B5EF4-FFF2-40B4-BE49-F238E27FC236}">
                <a16:creationId xmlns:a16="http://schemas.microsoft.com/office/drawing/2014/main" id="{A7EF80D5-899B-43CF-A724-5EFFD3333E9F}"/>
              </a:ext>
            </a:extLst>
          </p:cNvPr>
          <p:cNvSpPr>
            <a:spLocks xmlns:a="http://schemas.openxmlformats.org/drawingml/2006/main" noGrp="1"/>
          </p:cNvSpPr>
          <p:nvPr/>
        </p:nvSpPr>
        <p:spPr>
          <a:xfrm xmlns:a="http://schemas.openxmlformats.org/drawingml/2006/main">
            <a:off x="6191250" y="60960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FA18C"/>
                </a:solidFill>
                <a:latin typeface="Segoe UI"/>
                <a:ea typeface="Segoe UI"/>
                <a:cs typeface="Segoe UI"/>
              </a:defRPr>
            </a:pPr>
            <a:r>
              <a:rPr sz="4163" b="1">
                <a:solidFill>
                  <a:srgbClr val="FFA18C"/>
                </a:solidFill>
                <a:latin typeface="Segoe UI"/>
                <a:ea typeface="Segoe UI"/>
                <a:cs typeface="Segoe UI"/>
              </a:rPr>
              <a:t>No email grant</a:t>
            </a:r>
          </a:p>
        </p:txBody>
      </p:sp>
      <p:sp>
        <p:nvSpPr>
          <p:cNvPr id="15" name="">
            <a:extLst xmlns:a="http://schemas.openxmlformats.org/drawingml/2006/main">
              <a:ext uri="{FF2B5EF4-FFF2-40B4-BE49-F238E27FC236}">
                <a16:creationId xmlns:a16="http://schemas.microsoft.com/office/drawing/2014/main" id="{135881B9-4CC3-4942-9A77-3E1659FEBBC4}"/>
              </a:ext>
            </a:extLst>
          </p:cNvPr>
          <p:cNvSpPr>
            <a:spLocks xmlns:a="http://schemas.openxmlformats.org/drawingml/2006/main" noGrp="1"/>
          </p:cNvSpPr>
          <p:nvPr/>
        </p:nvSpPr>
        <p:spPr>
          <a:xfrm xmlns:a="http://schemas.openxmlformats.org/drawingml/2006/main">
            <a:off x="12858750" y="757237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A18C"/>
                </a:solidFill>
                <a:latin typeface="Segoe UI"/>
                <a:ea typeface="Segoe UI"/>
                <a:cs typeface="Segoe UI"/>
              </a:defRPr>
            </a:pPr>
            <a:r>
              <a:rPr sz="3375" b="1">
                <a:solidFill>
                  <a:srgbClr val="FFA18C"/>
                </a:solidFill>
                <a:latin typeface="Segoe UI"/>
                <a:ea typeface="Segoe UI"/>
                <a:cs typeface="Segoe UI"/>
              </a:rPr>
              <a:t>DENIED</a:t>
            </a:r>
          </a:p>
        </p:txBody>
      </p:sp>
    </p:spTree>
    <p:extLst>
      <p:ext uri="{BB962C8B-B14F-4D97-AF65-F5344CB8AC3E}">
        <p14:creationId xmlns:p14="http://schemas.microsoft.com/office/powerpoint/2010/main" val="1116510163"/>
      </p:ext>
    </p:extLst>
  </p:cSld>
</p:sld>
</file>

<file path=ppt/slides/slide6.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1c262f6ac784397"/>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BB0A87-913A-4D82-A420-37C9E13CDF22}"/>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3 / 9</a:t>
            </a:r>
          </a:p>
        </p:txBody>
      </p:sp>
      <p:sp>
        <p:nvSpPr>
          <p:cNvPr id="3" name="">
            <a:extLst xmlns:a="http://schemas.openxmlformats.org/drawingml/2006/main">
              <a:ext uri="{FF2B5EF4-FFF2-40B4-BE49-F238E27FC236}">
                <a16:creationId xmlns:a16="http://schemas.microsoft.com/office/drawing/2014/main" id="{C64D9FDB-F1E9-44D1-83FC-AC4BC1530DCC}"/>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LETS bounds delegated authority</a:t>
            </a:r>
          </a:p>
        </p:txBody>
      </p:sp>
      <p:sp>
        <p:nvSpPr>
          <p:cNvPr id="4" name="">
            <a:extLst xmlns:a="http://schemas.openxmlformats.org/drawingml/2006/main">
              <a:ext uri="{FF2B5EF4-FFF2-40B4-BE49-F238E27FC236}">
                <a16:creationId xmlns:a16="http://schemas.microsoft.com/office/drawing/2014/main" id="{F1F56593-1A4F-4DEB-AC40-7EA97CA92D5B}"/>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 WITH LETS ENFORCEMENT ENABLED</a:t>
            </a:r>
          </a:p>
        </p:txBody>
      </p:sp>
      <p:sp>
        <p:nvSpPr>
          <p:cNvPr id="5" name="">
            <a:extLst xmlns:a="http://schemas.openxmlformats.org/drawingml/2006/main">
              <a:ext uri="{FF2B5EF4-FFF2-40B4-BE49-F238E27FC236}">
                <a16:creationId xmlns:a16="http://schemas.microsoft.com/office/drawing/2014/main" id="{89D9E893-F585-4D9F-AE23-0427A43550B1}"/>
              </a:ext>
            </a:extLst>
          </p:cNvPr>
          <p:cNvSpPr>
            <a:spLocks xmlns:a="http://schemas.openxmlformats.org/drawingml/2006/main" noGrp="1"/>
          </p:cNvSpPr>
          <p:nvPr/>
        </p:nvSpPr>
        <p:spPr>
          <a:xfrm xmlns:a="http://schemas.openxmlformats.org/drawingml/2006/main">
            <a:off x="952500" y="3571875"/>
            <a:ext cx="685800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E45D85C2-5BDE-46EB-8BA9-269E8AE540A8}"/>
              </a:ext>
            </a:extLst>
          </p:cNvPr>
          <p:cNvSpPr>
            <a:spLocks xmlns:a="http://schemas.openxmlformats.org/drawingml/2006/main" noGrp="1"/>
          </p:cNvSpPr>
          <p:nvPr/>
        </p:nvSpPr>
        <p:spPr>
          <a:xfrm xmlns:a="http://schemas.openxmlformats.org/drawingml/2006/main">
            <a:off x="10382250" y="3571875"/>
            <a:ext cx="6858000" cy="4095750"/>
          </a:xfrm>
          <a:prstGeom xmlns:a="http://schemas.openxmlformats.org/drawingml/2006/main" prst="roundRect">
            <a:avLst>
              <a:gd name="adj" fmla="val 5116"/>
            </a:avLst>
          </a:prstGeom>
          <a:solidFill xmlns:a="http://schemas.openxmlformats.org/drawingml/2006/main">
            <a:srgbClr val="181C30"/>
          </a:solidFill>
          <a:ln xmlns:a="http://schemas.openxmlformats.org/drawingml/2006/main" w="38100">
            <a:solidFill>
              <a:srgbClr val="59617F"/>
            </a:solidFill>
          </a:ln>
        </p:spPr>
      </p:sp>
      <p:sp>
        <p:nvSpPr>
          <p:cNvPr id="7" name="">
            <a:extLst xmlns:a="http://schemas.openxmlformats.org/drawingml/2006/main">
              <a:ext uri="{FF2B5EF4-FFF2-40B4-BE49-F238E27FC236}">
                <a16:creationId xmlns:a16="http://schemas.microsoft.com/office/drawing/2014/main" id="{AA28ED62-3543-42DA-8E5C-83B1A9852573}"/>
              </a:ext>
            </a:extLst>
          </p:cNvPr>
          <p:cNvSpPr>
            <a:spLocks xmlns:a="http://schemas.openxmlformats.org/drawingml/2006/main" noGrp="1"/>
          </p:cNvSpPr>
          <p:nvPr/>
        </p:nvSpPr>
        <p:spPr>
          <a:xfrm xmlns:a="http://schemas.openxmlformats.org/drawingml/2006/main">
            <a:off x="1238250" y="376237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A499FF"/>
                </a:solidFill>
                <a:latin typeface="Segoe UI"/>
                <a:ea typeface="Segoe UI"/>
                <a:cs typeface="Segoe UI"/>
              </a:defRPr>
            </a:pPr>
            <a:r>
              <a:rPr sz="4725" b="1">
                <a:solidFill>
                  <a:srgbClr val="A499FF"/>
                </a:solidFill>
                <a:latin typeface="Segoe UI"/>
                <a:ea typeface="Segoe UI"/>
                <a:cs typeface="Segoe UI"/>
              </a:rPr>
              <a:t>Parent lease</a:t>
            </a:r>
          </a:p>
        </p:txBody>
      </p:sp>
      <p:sp>
        <p:nvSpPr>
          <p:cNvPr id="8" name="">
            <a:extLst xmlns:a="http://schemas.openxmlformats.org/drawingml/2006/main">
              <a:ext uri="{FF2B5EF4-FFF2-40B4-BE49-F238E27FC236}">
                <a16:creationId xmlns:a16="http://schemas.microsoft.com/office/drawing/2014/main" id="{AE2BE859-9894-4534-BBE2-830C79EC1A26}"/>
              </a:ext>
            </a:extLst>
          </p:cNvPr>
          <p:cNvSpPr>
            <a:spLocks xmlns:a="http://schemas.openxmlformats.org/drawingml/2006/main" noGrp="1"/>
          </p:cNvSpPr>
          <p:nvPr/>
        </p:nvSpPr>
        <p:spPr>
          <a:xfrm xmlns:a="http://schemas.openxmlformats.org/drawingml/2006/main">
            <a:off x="1285875" y="500062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95D1EA3F-5032-45A6-B3B0-04D2B9783DF2}"/>
              </a:ext>
            </a:extLst>
          </p:cNvPr>
          <p:cNvSpPr>
            <a:spLocks xmlns:a="http://schemas.openxmlformats.org/drawingml/2006/main" noGrp="1"/>
          </p:cNvSpPr>
          <p:nvPr/>
        </p:nvSpPr>
        <p:spPr>
          <a:xfrm xmlns:a="http://schemas.openxmlformats.org/drawingml/2006/main">
            <a:off x="10668000" y="3762375"/>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59617F"/>
                </a:solidFill>
                <a:latin typeface="Segoe UI"/>
                <a:ea typeface="Segoe UI"/>
                <a:cs typeface="Segoe UI"/>
              </a:defRPr>
            </a:pPr>
            <a:r>
              <a:rPr sz="4725" b="1">
                <a:solidFill>
                  <a:srgbClr val="59617F"/>
                </a:solidFill>
                <a:latin typeface="Segoe UI"/>
                <a:ea typeface="Segoe UI"/>
                <a:cs typeface="Segoe UI"/>
              </a:rPr>
              <a:t>Child lease</a:t>
            </a:r>
          </a:p>
        </p:txBody>
      </p:sp>
      <p:sp>
        <p:nvSpPr>
          <p:cNvPr id="10" name="">
            <a:extLst xmlns:a="http://schemas.openxmlformats.org/drawingml/2006/main">
              <a:ext uri="{FF2B5EF4-FFF2-40B4-BE49-F238E27FC236}">
                <a16:creationId xmlns:a16="http://schemas.microsoft.com/office/drawing/2014/main" id="{8C59D468-6A5C-45DB-8BA8-F8C8B5B2BB39}"/>
              </a:ext>
            </a:extLst>
          </p:cNvPr>
          <p:cNvSpPr>
            <a:spLocks xmlns:a="http://schemas.openxmlformats.org/drawingml/2006/main" noGrp="1"/>
          </p:cNvSpPr>
          <p:nvPr/>
        </p:nvSpPr>
        <p:spPr>
          <a:xfrm xmlns:a="http://schemas.openxmlformats.org/drawingml/2006/main">
            <a:off x="10668000" y="5000625"/>
            <a:ext cx="623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59617F"/>
                </a:solidFill>
                <a:latin typeface="Segoe UI"/>
                <a:ea typeface="Segoe UI"/>
                <a:cs typeface="Segoe UI"/>
              </a:defRPr>
            </a:pPr>
            <a:r>
              <a:rPr sz="4388" b="0">
                <a:solidFill>
                  <a:srgbClr val="59617F"/>
                </a:solidFill>
                <a:latin typeface="Segoe UI"/>
                <a:ea typeface="Segoe UI"/>
                <a:cs typeface="Segoe UI"/>
              </a:rPr>
              <a:t>Selected files</a:t>
            </a:r>
          </a:p>
        </p:txBody>
      </p: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810500" y="5619750"/>
            <a:ext cx="2571750"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
        <p:nvSpPr>
          <p:cNvPr id="12" name="">
            <a:extLst xmlns:a="http://schemas.openxmlformats.org/drawingml/2006/main">
              <a:ext uri="{FF2B5EF4-FFF2-40B4-BE49-F238E27FC236}">
                <a16:creationId xmlns:a16="http://schemas.microsoft.com/office/drawing/2014/main" id="{5F0DF718-7C64-40B0-8271-39AACBF07710}"/>
              </a:ext>
            </a:extLst>
          </p:cNvPr>
          <p:cNvSpPr>
            <a:spLocks xmlns:a="http://schemas.openxmlformats.org/drawingml/2006/main" noGrp="1"/>
          </p:cNvSpPr>
          <p:nvPr/>
        </p:nvSpPr>
        <p:spPr>
          <a:xfrm xmlns:a="http://schemas.openxmlformats.org/drawingml/2006/main">
            <a:off x="1047750" y="6715125"/>
            <a:ext cx="1533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ABB2CD"/>
                </a:solidFill>
                <a:latin typeface="Segoe UI"/>
                <a:ea typeface="Segoe UI"/>
                <a:cs typeface="Segoe UI"/>
              </a:defRPr>
            </a:pPr>
            <a:r>
              <a:rPr sz="4050" b="0">
                <a:solidFill>
                  <a:srgbClr val="ABB2CD"/>
                </a:solidFill>
                <a:latin typeface="Segoe UI"/>
                <a:ea typeface="Segoe UI"/>
                <a:cs typeface="Segoe UI"/>
              </a:rPr>
              <a:t>LETS enforcement enabled</a:t>
            </a:r>
          </a:p>
        </p:txBody>
      </p:sp>
    </p:spTree>
    <p:extLst>
      <p:ext uri="{BB962C8B-B14F-4D97-AF65-F5344CB8AC3E}">
        <p14:creationId xmlns:p14="http://schemas.microsoft.com/office/powerpoint/2010/main" val="1639192935"/>
      </p:ext>
    </p:extLst>
  </p:cSld>
</p:sld>
</file>

<file path=ppt/slides/slide7.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98543d254fc487e"/>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E1630B-9D13-489F-BE75-C65BFF09FBC6}"/>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3 / 9</a:t>
            </a:r>
          </a:p>
        </p:txBody>
      </p:sp>
      <p:sp>
        <p:nvSpPr>
          <p:cNvPr id="3" name="">
            <a:extLst xmlns:a="http://schemas.openxmlformats.org/drawingml/2006/main">
              <a:ext uri="{FF2B5EF4-FFF2-40B4-BE49-F238E27FC236}">
                <a16:creationId xmlns:a16="http://schemas.microsoft.com/office/drawing/2014/main" id="{2AC6019F-0E79-4064-A27A-63C4261F90C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The child receives a narrower grant</a:t>
            </a:r>
          </a:p>
        </p:txBody>
      </p:sp>
      <p:sp>
        <p:nvSpPr>
          <p:cNvPr id="4" name="">
            <a:extLst xmlns:a="http://schemas.openxmlformats.org/drawingml/2006/main">
              <a:ext uri="{FF2B5EF4-FFF2-40B4-BE49-F238E27FC236}">
                <a16:creationId xmlns:a16="http://schemas.microsoft.com/office/drawing/2014/main" id="{3D745D3C-3DEC-4095-A5DF-51B909A2BB60}"/>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 WITH LETS ENFORCEMENT ENABLED</a:t>
            </a:r>
          </a:p>
        </p:txBody>
      </p:sp>
      <p:sp>
        <p:nvSpPr>
          <p:cNvPr id="5" name="">
            <a:extLst xmlns:a="http://schemas.openxmlformats.org/drawingml/2006/main">
              <a:ext uri="{FF2B5EF4-FFF2-40B4-BE49-F238E27FC236}">
                <a16:creationId xmlns:a16="http://schemas.microsoft.com/office/drawing/2014/main" id="{854D2096-CA2F-48BE-8591-EAC87DCE2054}"/>
              </a:ext>
            </a:extLst>
          </p:cNvPr>
          <p:cNvSpPr>
            <a:spLocks xmlns:a="http://schemas.openxmlformats.org/drawingml/2006/main" noGrp="1"/>
          </p:cNvSpPr>
          <p:nvPr/>
        </p:nvSpPr>
        <p:spPr>
          <a:xfrm xmlns:a="http://schemas.openxmlformats.org/drawingml/2006/main">
            <a:off x="952500" y="3571875"/>
            <a:ext cx="685800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5493A821-5555-4423-AE7F-65A2628AC5A2}"/>
              </a:ext>
            </a:extLst>
          </p:cNvPr>
          <p:cNvSpPr>
            <a:spLocks xmlns:a="http://schemas.openxmlformats.org/drawingml/2006/main" noGrp="1"/>
          </p:cNvSpPr>
          <p:nvPr/>
        </p:nvSpPr>
        <p:spPr>
          <a:xfrm xmlns:a="http://schemas.openxmlformats.org/drawingml/2006/main">
            <a:off x="10382250" y="3571875"/>
            <a:ext cx="685800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0D0921F9-EB76-42C9-9674-D2202403AAA1}"/>
              </a:ext>
            </a:extLst>
          </p:cNvPr>
          <p:cNvSpPr>
            <a:spLocks xmlns:a="http://schemas.openxmlformats.org/drawingml/2006/main" noGrp="1"/>
          </p:cNvSpPr>
          <p:nvPr/>
        </p:nvSpPr>
        <p:spPr>
          <a:xfrm xmlns:a="http://schemas.openxmlformats.org/drawingml/2006/main">
            <a:off x="1238250" y="376237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A499FF"/>
                </a:solidFill>
                <a:latin typeface="Segoe UI"/>
                <a:ea typeface="Segoe UI"/>
                <a:cs typeface="Segoe UI"/>
              </a:defRPr>
            </a:pPr>
            <a:r>
              <a:rPr sz="4725" b="1">
                <a:solidFill>
                  <a:srgbClr val="A499FF"/>
                </a:solidFill>
                <a:latin typeface="Segoe UI"/>
                <a:ea typeface="Segoe UI"/>
                <a:cs typeface="Segoe UI"/>
              </a:rPr>
              <a:t>Parent lease</a:t>
            </a:r>
          </a:p>
        </p:txBody>
      </p:sp>
      <p:sp>
        <p:nvSpPr>
          <p:cNvPr id="8" name="">
            <a:extLst xmlns:a="http://schemas.openxmlformats.org/drawingml/2006/main">
              <a:ext uri="{FF2B5EF4-FFF2-40B4-BE49-F238E27FC236}">
                <a16:creationId xmlns:a16="http://schemas.microsoft.com/office/drawing/2014/main" id="{CDCED9CD-5276-4A32-8361-77F8B4A38194}"/>
              </a:ext>
            </a:extLst>
          </p:cNvPr>
          <p:cNvSpPr>
            <a:spLocks xmlns:a="http://schemas.openxmlformats.org/drawingml/2006/main" noGrp="1"/>
          </p:cNvSpPr>
          <p:nvPr/>
        </p:nvSpPr>
        <p:spPr>
          <a:xfrm xmlns:a="http://schemas.openxmlformats.org/drawingml/2006/main">
            <a:off x="1285875" y="500062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761FA855-C406-4D1D-B6F9-1371C55FFB8A}"/>
              </a:ext>
            </a:extLst>
          </p:cNvPr>
          <p:cNvSpPr>
            <a:spLocks xmlns:a="http://schemas.openxmlformats.org/drawingml/2006/main" noGrp="1"/>
          </p:cNvSpPr>
          <p:nvPr/>
        </p:nvSpPr>
        <p:spPr>
          <a:xfrm xmlns:a="http://schemas.openxmlformats.org/drawingml/2006/main">
            <a:off x="10668000" y="3762375"/>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73DCD5"/>
                </a:solidFill>
                <a:latin typeface="Segoe UI"/>
                <a:ea typeface="Segoe UI"/>
                <a:cs typeface="Segoe UI"/>
              </a:defRPr>
            </a:pPr>
            <a:r>
              <a:rPr sz="4725" b="1">
                <a:solidFill>
                  <a:srgbClr val="73DCD5"/>
                </a:solidFill>
                <a:latin typeface="Segoe UI"/>
                <a:ea typeface="Segoe UI"/>
                <a:cs typeface="Segoe UI"/>
              </a:rPr>
              <a:t>Child lease</a:t>
            </a:r>
          </a:p>
        </p:txBody>
      </p:sp>
      <p:sp>
        <p:nvSpPr>
          <p:cNvPr id="10" name="">
            <a:extLst xmlns:a="http://schemas.openxmlformats.org/drawingml/2006/main">
              <a:ext uri="{FF2B5EF4-FFF2-40B4-BE49-F238E27FC236}">
                <a16:creationId xmlns:a16="http://schemas.microsoft.com/office/drawing/2014/main" id="{228E7675-195F-45BC-A82A-18B83333EFE5}"/>
              </a:ext>
            </a:extLst>
          </p:cNvPr>
          <p:cNvSpPr>
            <a:spLocks xmlns:a="http://schemas.openxmlformats.org/drawingml/2006/main" noGrp="1"/>
          </p:cNvSpPr>
          <p:nvPr/>
        </p:nvSpPr>
        <p:spPr>
          <a:xfrm xmlns:a="http://schemas.openxmlformats.org/drawingml/2006/main">
            <a:off x="10668000" y="5000625"/>
            <a:ext cx="623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Selected files</a:t>
            </a:r>
          </a:p>
        </p:txBody>
      </p: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810500" y="5619750"/>
            <a:ext cx="257175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6AE6BC9F-E2C9-4F98-A0F2-F4D0FE21A299}"/>
              </a:ext>
            </a:extLst>
          </p:cNvPr>
          <p:cNvSpPr>
            <a:spLocks xmlns:a="http://schemas.openxmlformats.org/drawingml/2006/main" noGrp="1"/>
          </p:cNvSpPr>
          <p:nvPr/>
        </p:nvSpPr>
        <p:spPr>
          <a:xfrm xmlns:a="http://schemas.openxmlformats.org/drawingml/2006/main">
            <a:off x="1047750" y="6715125"/>
            <a:ext cx="1533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ABB2CD"/>
                </a:solidFill>
                <a:latin typeface="Segoe UI"/>
                <a:ea typeface="Segoe UI"/>
                <a:cs typeface="Segoe UI"/>
              </a:defRPr>
            </a:pPr>
            <a:r>
              <a:rPr sz="4050" b="0">
                <a:solidFill>
                  <a:srgbClr val="ABB2CD"/>
                </a:solidFill>
                <a:latin typeface="Segoe UI"/>
                <a:ea typeface="Segoe UI"/>
                <a:cs typeface="Segoe UI"/>
              </a:rPr>
              <a:t>LETS enforcement enabled</a:t>
            </a:r>
          </a:p>
        </p:txBody>
      </p:sp>
    </p:spTree>
    <p:extLst>
      <p:ext uri="{BB962C8B-B14F-4D97-AF65-F5344CB8AC3E}">
        <p14:creationId xmlns:p14="http://schemas.microsoft.com/office/powerpoint/2010/main" val="319369568"/>
      </p:ext>
    </p:extLst>
  </p:cSld>
</p:sld>
</file>

<file path=ppt/slides/slide8.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5126588eb8547d4"/>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E42ADC-3946-45E1-A6C3-B2B8279FE58E}"/>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3 / 9</a:t>
            </a:r>
          </a:p>
        </p:txBody>
      </p:sp>
      <p:sp>
        <p:nvSpPr>
          <p:cNvPr id="3" name="">
            <a:extLst xmlns:a="http://schemas.openxmlformats.org/drawingml/2006/main">
              <a:ext uri="{FF2B5EF4-FFF2-40B4-BE49-F238E27FC236}">
                <a16:creationId xmlns:a16="http://schemas.microsoft.com/office/drawing/2014/main" id="{A2181651-0757-4EE3-9F4D-1CCB97021CDD}"/>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Budget and expiry also shrink</a:t>
            </a:r>
          </a:p>
        </p:txBody>
      </p:sp>
      <p:sp>
        <p:nvSpPr>
          <p:cNvPr id="4" name="">
            <a:extLst xmlns:a="http://schemas.openxmlformats.org/drawingml/2006/main">
              <a:ext uri="{FF2B5EF4-FFF2-40B4-BE49-F238E27FC236}">
                <a16:creationId xmlns:a16="http://schemas.microsoft.com/office/drawing/2014/main" id="{716C19F7-AEFD-471C-88DF-B140C9115697}"/>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 WITH LETS ENFORCEMENT ENABLED</a:t>
            </a:r>
          </a:p>
        </p:txBody>
      </p:sp>
      <p:sp>
        <p:nvSpPr>
          <p:cNvPr id="5" name="">
            <a:extLst xmlns:a="http://schemas.openxmlformats.org/drawingml/2006/main">
              <a:ext uri="{FF2B5EF4-FFF2-40B4-BE49-F238E27FC236}">
                <a16:creationId xmlns:a16="http://schemas.microsoft.com/office/drawing/2014/main" id="{A58C62F0-5EFC-4C99-837F-A99629B92671}"/>
              </a:ext>
            </a:extLst>
          </p:cNvPr>
          <p:cNvSpPr>
            <a:spLocks xmlns:a="http://schemas.openxmlformats.org/drawingml/2006/main" noGrp="1"/>
          </p:cNvSpPr>
          <p:nvPr/>
        </p:nvSpPr>
        <p:spPr>
          <a:xfrm xmlns:a="http://schemas.openxmlformats.org/drawingml/2006/main">
            <a:off x="952500" y="3571875"/>
            <a:ext cx="685800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A499FF"/>
            </a:solidFill>
          </a:ln>
        </p:spPr>
      </p:sp>
      <p:sp>
        <p:nvSpPr>
          <p:cNvPr id="6" name="">
            <a:extLst xmlns:a="http://schemas.openxmlformats.org/drawingml/2006/main">
              <a:ext uri="{FF2B5EF4-FFF2-40B4-BE49-F238E27FC236}">
                <a16:creationId xmlns:a16="http://schemas.microsoft.com/office/drawing/2014/main" id="{870A3EEF-B7DC-401C-A036-4AEBBD4591EC}"/>
              </a:ext>
            </a:extLst>
          </p:cNvPr>
          <p:cNvSpPr>
            <a:spLocks xmlns:a="http://schemas.openxmlformats.org/drawingml/2006/main" noGrp="1"/>
          </p:cNvSpPr>
          <p:nvPr/>
        </p:nvSpPr>
        <p:spPr>
          <a:xfrm xmlns:a="http://schemas.openxmlformats.org/drawingml/2006/main">
            <a:off x="10382250" y="3571875"/>
            <a:ext cx="685800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C7C5607C-B45D-4C0E-8E3E-F8B8CA944842}"/>
              </a:ext>
            </a:extLst>
          </p:cNvPr>
          <p:cNvSpPr>
            <a:spLocks xmlns:a="http://schemas.openxmlformats.org/drawingml/2006/main" noGrp="1"/>
          </p:cNvSpPr>
          <p:nvPr/>
        </p:nvSpPr>
        <p:spPr>
          <a:xfrm xmlns:a="http://schemas.openxmlformats.org/drawingml/2006/main">
            <a:off x="1238250" y="376237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81" b="1">
                <a:solidFill>
                  <a:srgbClr val="A499FF"/>
                </a:solidFill>
                <a:latin typeface="Segoe UI"/>
                <a:ea typeface="Segoe UI"/>
                <a:cs typeface="Segoe UI"/>
              </a:defRPr>
            </a:pPr>
            <a:r>
              <a:rPr sz="3881" b="1">
                <a:solidFill>
                  <a:srgbClr val="A499FF"/>
                </a:solidFill>
                <a:latin typeface="Segoe UI"/>
                <a:ea typeface="Segoe UI"/>
                <a:cs typeface="Segoe UI"/>
              </a:rPr>
              <a:t>Parent remainder</a:t>
            </a:r>
          </a:p>
        </p:txBody>
      </p:sp>
      <p:sp>
        <p:nvSpPr>
          <p:cNvPr id="8" name="">
            <a:extLst xmlns:a="http://schemas.openxmlformats.org/drawingml/2006/main">
              <a:ext uri="{FF2B5EF4-FFF2-40B4-BE49-F238E27FC236}">
                <a16:creationId xmlns:a16="http://schemas.microsoft.com/office/drawing/2014/main" id="{020EDCB9-B950-4A4B-A911-89A80DB3CD5D}"/>
              </a:ext>
            </a:extLst>
          </p:cNvPr>
          <p:cNvSpPr>
            <a:spLocks xmlns:a="http://schemas.openxmlformats.org/drawingml/2006/main" noGrp="1"/>
          </p:cNvSpPr>
          <p:nvPr/>
        </p:nvSpPr>
        <p:spPr>
          <a:xfrm xmlns:a="http://schemas.openxmlformats.org/drawingml/2006/main">
            <a:off x="1285875" y="500062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Read files</a:t>
            </a:r>
          </a:p>
        </p:txBody>
      </p:sp>
      <p:sp>
        <p:nvSpPr>
          <p:cNvPr id="9" name="">
            <a:extLst xmlns:a="http://schemas.openxmlformats.org/drawingml/2006/main">
              <a:ext uri="{FF2B5EF4-FFF2-40B4-BE49-F238E27FC236}">
                <a16:creationId xmlns:a16="http://schemas.microsoft.com/office/drawing/2014/main" id="{D8095410-12A1-4D4D-BFCA-95A5B41A07B3}"/>
              </a:ext>
            </a:extLst>
          </p:cNvPr>
          <p:cNvSpPr>
            <a:spLocks xmlns:a="http://schemas.openxmlformats.org/drawingml/2006/main" noGrp="1"/>
          </p:cNvSpPr>
          <p:nvPr/>
        </p:nvSpPr>
        <p:spPr>
          <a:xfrm xmlns:a="http://schemas.openxmlformats.org/drawingml/2006/main">
            <a:off x="10668000" y="3762375"/>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73DCD5"/>
                </a:solidFill>
                <a:latin typeface="Segoe UI"/>
                <a:ea typeface="Segoe UI"/>
                <a:cs typeface="Segoe UI"/>
              </a:defRPr>
            </a:pPr>
            <a:r>
              <a:rPr sz="4725" b="1">
                <a:solidFill>
                  <a:srgbClr val="73DCD5"/>
                </a:solidFill>
                <a:latin typeface="Segoe UI"/>
                <a:ea typeface="Segoe UI"/>
                <a:cs typeface="Segoe UI"/>
              </a:rPr>
              <a:t>Child lease</a:t>
            </a:r>
          </a:p>
        </p:txBody>
      </p:sp>
      <p:sp>
        <p:nvSpPr>
          <p:cNvPr id="10" name="">
            <a:extLst xmlns:a="http://schemas.openxmlformats.org/drawingml/2006/main">
              <a:ext uri="{FF2B5EF4-FFF2-40B4-BE49-F238E27FC236}">
                <a16:creationId xmlns:a16="http://schemas.microsoft.com/office/drawing/2014/main" id="{0B7A30D5-94C5-4C0B-86C9-92A5834C4436}"/>
              </a:ext>
            </a:extLst>
          </p:cNvPr>
          <p:cNvSpPr>
            <a:spLocks xmlns:a="http://schemas.openxmlformats.org/drawingml/2006/main" noGrp="1"/>
          </p:cNvSpPr>
          <p:nvPr/>
        </p:nvSpPr>
        <p:spPr>
          <a:xfrm xmlns:a="http://schemas.openxmlformats.org/drawingml/2006/main">
            <a:off x="10668000" y="5000625"/>
            <a:ext cx="623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Selected files</a:t>
            </a:r>
          </a:p>
        </p:txBody>
      </p:sp>
      <p:cxnSp>
        <p:nvCxnSpPr>
          <p:cNvPr id="45" name=""/>
          <p:cNvCxnSpPr>
            <a:stCxn xmlns:a="http://schemas.openxmlformats.org/drawingml/2006/main" id="5" idx="3"/>
            <a:endCxn xmlns:a="http://schemas.openxmlformats.org/drawingml/2006/main" id="6" idx="1"/>
          </p:cNvCxnSpPr>
          <p:nvPr/>
        </p:nvCxnSpPr>
        <p:spPr>
          <a:xfrm xmlns:a="http://schemas.openxmlformats.org/drawingml/2006/main">
            <a:off x="7810500" y="5619750"/>
            <a:ext cx="257175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2AFCDD71-B392-4D48-B07C-B8F1CA4ECD76}"/>
              </a:ext>
            </a:extLst>
          </p:cNvPr>
          <p:cNvSpPr>
            <a:spLocks xmlns:a="http://schemas.openxmlformats.org/drawingml/2006/main" noGrp="1"/>
          </p:cNvSpPr>
          <p:nvPr/>
        </p:nvSpPr>
        <p:spPr>
          <a:xfrm xmlns:a="http://schemas.openxmlformats.org/drawingml/2006/main">
            <a:off x="12858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970D53-79F3-4E84-9829-7A4846F5C5CC}"/>
              </a:ext>
            </a:extLst>
          </p:cNvPr>
          <p:cNvSpPr>
            <a:spLocks xmlns:a="http://schemas.openxmlformats.org/drawingml/2006/main" noGrp="1"/>
          </p:cNvSpPr>
          <p:nvPr/>
        </p:nvSpPr>
        <p:spPr>
          <a:xfrm xmlns:a="http://schemas.openxmlformats.org/drawingml/2006/main">
            <a:off x="17430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2ABFAB-EE4A-46A1-B956-DDCD1DE5F05C}"/>
              </a:ext>
            </a:extLst>
          </p:cNvPr>
          <p:cNvSpPr>
            <a:spLocks xmlns:a="http://schemas.openxmlformats.org/drawingml/2006/main" noGrp="1"/>
          </p:cNvSpPr>
          <p:nvPr/>
        </p:nvSpPr>
        <p:spPr>
          <a:xfrm xmlns:a="http://schemas.openxmlformats.org/drawingml/2006/main">
            <a:off x="22002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D3AABF-8953-44EB-91E2-6BBEB6695EDA}"/>
              </a:ext>
            </a:extLst>
          </p:cNvPr>
          <p:cNvSpPr>
            <a:spLocks xmlns:a="http://schemas.openxmlformats.org/drawingml/2006/main" noGrp="1"/>
          </p:cNvSpPr>
          <p:nvPr/>
        </p:nvSpPr>
        <p:spPr>
          <a:xfrm xmlns:a="http://schemas.openxmlformats.org/drawingml/2006/main">
            <a:off x="26574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3644493-48C3-44A5-9756-9235224EA7A5}"/>
              </a:ext>
            </a:extLst>
          </p:cNvPr>
          <p:cNvSpPr>
            <a:spLocks xmlns:a="http://schemas.openxmlformats.org/drawingml/2006/main" noGrp="1"/>
          </p:cNvSpPr>
          <p:nvPr/>
        </p:nvSpPr>
        <p:spPr>
          <a:xfrm xmlns:a="http://schemas.openxmlformats.org/drawingml/2006/main">
            <a:off x="31146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03C4BB-8E40-40A0-A861-B29C0C86FCAF}"/>
              </a:ext>
            </a:extLst>
          </p:cNvPr>
          <p:cNvSpPr>
            <a:spLocks xmlns:a="http://schemas.openxmlformats.org/drawingml/2006/main" noGrp="1"/>
          </p:cNvSpPr>
          <p:nvPr/>
        </p:nvSpPr>
        <p:spPr>
          <a:xfrm xmlns:a="http://schemas.openxmlformats.org/drawingml/2006/main">
            <a:off x="35718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80E64DF-6B31-4EE4-8337-33B22E1BAF06}"/>
              </a:ext>
            </a:extLst>
          </p:cNvPr>
          <p:cNvSpPr>
            <a:spLocks xmlns:a="http://schemas.openxmlformats.org/drawingml/2006/main" noGrp="1"/>
          </p:cNvSpPr>
          <p:nvPr/>
        </p:nvSpPr>
        <p:spPr>
          <a:xfrm xmlns:a="http://schemas.openxmlformats.org/drawingml/2006/main">
            <a:off x="4029075" y="6334125"/>
            <a:ext cx="352425" cy="314325"/>
          </a:xfrm>
          <a:prstGeom xmlns:a="http://schemas.openxmlformats.org/drawingml/2006/main" prst="rect">
            <a:avLst/>
          </a:prstGeom>
          <a:solidFill xmlns:a="http://schemas.openxmlformats.org/drawingml/2006/main">
            <a:srgbClr val="A499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0A6B14-9882-4225-9588-A87BC26D4559}"/>
              </a:ext>
            </a:extLst>
          </p:cNvPr>
          <p:cNvSpPr>
            <a:spLocks xmlns:a="http://schemas.openxmlformats.org/drawingml/2006/main" noGrp="1"/>
          </p:cNvSpPr>
          <p:nvPr/>
        </p:nvSpPr>
        <p:spPr>
          <a:xfrm xmlns:a="http://schemas.openxmlformats.org/drawingml/2006/main">
            <a:off x="448627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710B64-7796-4D15-BE05-9DF5190F96AF}"/>
              </a:ext>
            </a:extLst>
          </p:cNvPr>
          <p:cNvSpPr>
            <a:spLocks xmlns:a="http://schemas.openxmlformats.org/drawingml/2006/main" noGrp="1"/>
          </p:cNvSpPr>
          <p:nvPr/>
        </p:nvSpPr>
        <p:spPr>
          <a:xfrm xmlns:a="http://schemas.openxmlformats.org/drawingml/2006/main">
            <a:off x="494347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04DA48F-968E-4B99-8AA7-1B91C5D8FD1D}"/>
              </a:ext>
            </a:extLst>
          </p:cNvPr>
          <p:cNvSpPr>
            <a:spLocks xmlns:a="http://schemas.openxmlformats.org/drawingml/2006/main" noGrp="1"/>
          </p:cNvSpPr>
          <p:nvPr/>
        </p:nvSpPr>
        <p:spPr>
          <a:xfrm xmlns:a="http://schemas.openxmlformats.org/drawingml/2006/main">
            <a:off x="540067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070B14-BFF4-47AD-99FE-C6CA46433187}"/>
              </a:ext>
            </a:extLst>
          </p:cNvPr>
          <p:cNvSpPr>
            <a:spLocks xmlns:a="http://schemas.openxmlformats.org/drawingml/2006/main" noGrp="1"/>
          </p:cNvSpPr>
          <p:nvPr/>
        </p:nvSpPr>
        <p:spPr>
          <a:xfrm xmlns:a="http://schemas.openxmlformats.org/drawingml/2006/main">
            <a:off x="10715625" y="6334125"/>
            <a:ext cx="352425" cy="314325"/>
          </a:xfrm>
          <a:prstGeom xmlns:a="http://schemas.openxmlformats.org/drawingml/2006/main" prst="rect">
            <a:avLst/>
          </a:prstGeom>
          <a:solidFill xmlns:a="http://schemas.openxmlformats.org/drawingml/2006/main">
            <a:srgbClr val="73DCD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15163DB-9176-42FC-8360-F4D42CD67361}"/>
              </a:ext>
            </a:extLst>
          </p:cNvPr>
          <p:cNvSpPr>
            <a:spLocks xmlns:a="http://schemas.openxmlformats.org/drawingml/2006/main" noGrp="1"/>
          </p:cNvSpPr>
          <p:nvPr/>
        </p:nvSpPr>
        <p:spPr>
          <a:xfrm xmlns:a="http://schemas.openxmlformats.org/drawingml/2006/main">
            <a:off x="11172825" y="6334125"/>
            <a:ext cx="352425" cy="314325"/>
          </a:xfrm>
          <a:prstGeom xmlns:a="http://schemas.openxmlformats.org/drawingml/2006/main" prst="rect">
            <a:avLst/>
          </a:prstGeom>
          <a:solidFill xmlns:a="http://schemas.openxmlformats.org/drawingml/2006/main">
            <a:srgbClr val="73DCD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B5F4156-B884-42BC-9B8C-7FE5DA371D95}"/>
              </a:ext>
            </a:extLst>
          </p:cNvPr>
          <p:cNvSpPr>
            <a:spLocks xmlns:a="http://schemas.openxmlformats.org/drawingml/2006/main" noGrp="1"/>
          </p:cNvSpPr>
          <p:nvPr/>
        </p:nvSpPr>
        <p:spPr>
          <a:xfrm xmlns:a="http://schemas.openxmlformats.org/drawingml/2006/main">
            <a:off x="11630025" y="6334125"/>
            <a:ext cx="352425" cy="314325"/>
          </a:xfrm>
          <a:prstGeom xmlns:a="http://schemas.openxmlformats.org/drawingml/2006/main" prst="rect">
            <a:avLst/>
          </a:prstGeom>
          <a:solidFill xmlns:a="http://schemas.openxmlformats.org/drawingml/2006/main">
            <a:srgbClr val="73DCD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7612AED-9EAF-4197-BE7F-69C5279DBA7B}"/>
              </a:ext>
            </a:extLst>
          </p:cNvPr>
          <p:cNvSpPr>
            <a:spLocks xmlns:a="http://schemas.openxmlformats.org/drawingml/2006/main" noGrp="1"/>
          </p:cNvSpPr>
          <p:nvPr/>
        </p:nvSpPr>
        <p:spPr>
          <a:xfrm xmlns:a="http://schemas.openxmlformats.org/drawingml/2006/main">
            <a:off x="120872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769964C-D11C-4922-9670-EB66B344126F}"/>
              </a:ext>
            </a:extLst>
          </p:cNvPr>
          <p:cNvSpPr>
            <a:spLocks xmlns:a="http://schemas.openxmlformats.org/drawingml/2006/main" noGrp="1"/>
          </p:cNvSpPr>
          <p:nvPr/>
        </p:nvSpPr>
        <p:spPr>
          <a:xfrm xmlns:a="http://schemas.openxmlformats.org/drawingml/2006/main">
            <a:off x="125444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9883C83-88B1-4E7A-8823-6CDCFC478A77}"/>
              </a:ext>
            </a:extLst>
          </p:cNvPr>
          <p:cNvSpPr>
            <a:spLocks xmlns:a="http://schemas.openxmlformats.org/drawingml/2006/main" noGrp="1"/>
          </p:cNvSpPr>
          <p:nvPr/>
        </p:nvSpPr>
        <p:spPr>
          <a:xfrm xmlns:a="http://schemas.openxmlformats.org/drawingml/2006/main">
            <a:off x="130016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72A64BB-E8E5-48AC-9F9B-120D85019DF6}"/>
              </a:ext>
            </a:extLst>
          </p:cNvPr>
          <p:cNvSpPr>
            <a:spLocks xmlns:a="http://schemas.openxmlformats.org/drawingml/2006/main" noGrp="1"/>
          </p:cNvSpPr>
          <p:nvPr/>
        </p:nvSpPr>
        <p:spPr>
          <a:xfrm xmlns:a="http://schemas.openxmlformats.org/drawingml/2006/main">
            <a:off x="134588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D67D2D9-F08C-418B-A027-A9C4945B7FD2}"/>
              </a:ext>
            </a:extLst>
          </p:cNvPr>
          <p:cNvSpPr>
            <a:spLocks xmlns:a="http://schemas.openxmlformats.org/drawingml/2006/main" noGrp="1"/>
          </p:cNvSpPr>
          <p:nvPr/>
        </p:nvSpPr>
        <p:spPr>
          <a:xfrm xmlns:a="http://schemas.openxmlformats.org/drawingml/2006/main">
            <a:off x="139160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BB1FE36-40B2-4219-B62C-473669B68E8D}"/>
              </a:ext>
            </a:extLst>
          </p:cNvPr>
          <p:cNvSpPr>
            <a:spLocks xmlns:a="http://schemas.openxmlformats.org/drawingml/2006/main" noGrp="1"/>
          </p:cNvSpPr>
          <p:nvPr/>
        </p:nvSpPr>
        <p:spPr>
          <a:xfrm xmlns:a="http://schemas.openxmlformats.org/drawingml/2006/main">
            <a:off x="143732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6919063-8E18-4CF4-AC9E-1A1CD35F917B}"/>
              </a:ext>
            </a:extLst>
          </p:cNvPr>
          <p:cNvSpPr>
            <a:spLocks xmlns:a="http://schemas.openxmlformats.org/drawingml/2006/main" noGrp="1"/>
          </p:cNvSpPr>
          <p:nvPr/>
        </p:nvSpPr>
        <p:spPr>
          <a:xfrm xmlns:a="http://schemas.openxmlformats.org/drawingml/2006/main">
            <a:off x="14830425" y="6334125"/>
            <a:ext cx="352425" cy="314325"/>
          </a:xfrm>
          <a:prstGeom xmlns:a="http://schemas.openxmlformats.org/drawingml/2006/main" prst="rect">
            <a:avLst/>
          </a:prstGeom>
          <a:solidFill xmlns:a="http://schemas.openxmlformats.org/drawingml/2006/main">
            <a:srgbClr val="59617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AC91D00-AFFB-44D2-83EA-717E7AD9F961}"/>
              </a:ext>
            </a:extLst>
          </p:cNvPr>
          <p:cNvSpPr>
            <a:spLocks xmlns:a="http://schemas.openxmlformats.org/drawingml/2006/main" noGrp="1"/>
          </p:cNvSpPr>
          <p:nvPr/>
        </p:nvSpPr>
        <p:spPr>
          <a:xfrm xmlns:a="http://schemas.openxmlformats.org/drawingml/2006/main">
            <a:off x="1238250" y="6829425"/>
            <a:ext cx="6429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56" b="0">
                <a:solidFill>
                  <a:srgbClr val="A499FF"/>
                </a:solidFill>
                <a:latin typeface="Segoe UI"/>
                <a:ea typeface="Segoe UI"/>
                <a:cs typeface="Segoe UI"/>
              </a:defRPr>
            </a:pPr>
            <a:r>
              <a:rPr sz="3656" b="0">
                <a:solidFill>
                  <a:srgbClr val="A499FF"/>
                </a:solidFill>
                <a:latin typeface="Segoe UI"/>
                <a:ea typeface="Segoe UI"/>
                <a:cs typeface="Segoe UI"/>
              </a:rPr>
              <a:t>7 units / 5 min</a:t>
            </a:r>
          </a:p>
        </p:txBody>
      </p:sp>
      <p:sp>
        <p:nvSpPr>
          <p:cNvPr id="33" name="">
            <a:extLst xmlns:a="http://schemas.openxmlformats.org/drawingml/2006/main">
              <a:ext uri="{FF2B5EF4-FFF2-40B4-BE49-F238E27FC236}">
                <a16:creationId xmlns:a16="http://schemas.microsoft.com/office/drawing/2014/main" id="{E61B31D6-51A1-4644-983E-CD0189F03D17}"/>
              </a:ext>
            </a:extLst>
          </p:cNvPr>
          <p:cNvSpPr>
            <a:spLocks xmlns:a="http://schemas.openxmlformats.org/drawingml/2006/main" noGrp="1"/>
          </p:cNvSpPr>
          <p:nvPr/>
        </p:nvSpPr>
        <p:spPr>
          <a:xfrm xmlns:a="http://schemas.openxmlformats.org/drawingml/2006/main">
            <a:off x="10668000" y="6829425"/>
            <a:ext cx="6429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56" b="0">
                <a:solidFill>
                  <a:srgbClr val="73DCD5"/>
                </a:solidFill>
                <a:latin typeface="Segoe UI"/>
                <a:ea typeface="Segoe UI"/>
                <a:cs typeface="Segoe UI"/>
              </a:defRPr>
            </a:pPr>
            <a:r>
              <a:rPr sz="3656" b="0">
                <a:solidFill>
                  <a:srgbClr val="73DCD5"/>
                </a:solidFill>
                <a:latin typeface="Segoe UI"/>
                <a:ea typeface="Segoe UI"/>
                <a:cs typeface="Segoe UI"/>
              </a:rPr>
              <a:t>3 units / 2 min</a:t>
            </a:r>
          </a:p>
        </p:txBody>
      </p:sp>
      <p:sp>
        <p:nvSpPr>
          <p:cNvPr id="34" name="">
            <a:extLst xmlns:a="http://schemas.openxmlformats.org/drawingml/2006/main">
              <a:ext uri="{FF2B5EF4-FFF2-40B4-BE49-F238E27FC236}">
                <a16:creationId xmlns:a16="http://schemas.microsoft.com/office/drawing/2014/main" id="{18F158C1-B811-4962-B506-AE2F6DDE8973}"/>
              </a:ext>
            </a:extLst>
          </p:cNvPr>
          <p:cNvSpPr>
            <a:spLocks xmlns:a="http://schemas.openxmlformats.org/drawingml/2006/main" noGrp="1"/>
          </p:cNvSpPr>
          <p:nvPr/>
        </p:nvSpPr>
        <p:spPr>
          <a:xfrm xmlns:a="http://schemas.openxmlformats.org/drawingml/2006/main">
            <a:off x="8096250" y="6791325"/>
            <a:ext cx="228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BB2CD"/>
                </a:solidFill>
                <a:latin typeface="Segoe UI"/>
                <a:ea typeface="Segoe UI"/>
                <a:cs typeface="Segoe UI"/>
              </a:defRPr>
            </a:pPr>
            <a:r>
              <a:rPr sz="2475" b="0">
                <a:solidFill>
                  <a:srgbClr val="ABB2CD"/>
                </a:solidFill>
                <a:latin typeface="Segoe UI"/>
                <a:ea typeface="Segoe UI"/>
                <a:cs typeface="Segoe UI"/>
              </a:rPr>
              <a:t>10 total units</a:t>
            </a:r>
          </a:p>
        </p:txBody>
      </p:sp>
    </p:spTree>
    <p:extLst>
      <p:ext uri="{BB962C8B-B14F-4D97-AF65-F5344CB8AC3E}">
        <p14:creationId xmlns:p14="http://schemas.microsoft.com/office/powerpoint/2010/main" val="1974760973"/>
      </p:ext>
    </p:extLst>
  </p:cSld>
</p:sld>
</file>

<file path=ppt/slides/slide9.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86f0afd9d5249ab"/>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8FBA2A-0097-4D00-8B86-AD553F8F30A7}"/>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3 / 9</a:t>
            </a:r>
          </a:p>
        </p:txBody>
      </p:sp>
      <p:sp>
        <p:nvSpPr>
          <p:cNvPr id="3" name="">
            <a:extLst xmlns:a="http://schemas.openxmlformats.org/drawingml/2006/main">
              <a:ext uri="{FF2B5EF4-FFF2-40B4-BE49-F238E27FC236}">
                <a16:creationId xmlns:a16="http://schemas.microsoft.com/office/drawing/2014/main" id="{D766624A-53BC-4E91-BE64-E88C83B87D1B}"/>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receipt comes before the action</a:t>
            </a:r>
          </a:p>
        </p:txBody>
      </p:sp>
      <p:sp>
        <p:nvSpPr>
          <p:cNvPr id="4" name="">
            <a:extLst xmlns:a="http://schemas.openxmlformats.org/drawingml/2006/main">
              <a:ext uri="{FF2B5EF4-FFF2-40B4-BE49-F238E27FC236}">
                <a16:creationId xmlns:a16="http://schemas.microsoft.com/office/drawing/2014/main" id="{06E4FC2B-A82A-49E1-B01A-DB8964499D09}"/>
              </a:ext>
            </a:extLst>
          </p:cNvPr>
          <p:cNvSpPr>
            <a:spLocks xmlns:a="http://schemas.openxmlformats.org/drawingml/2006/main" noGrp="1"/>
          </p:cNvSpPr>
          <p:nvPr/>
        </p:nvSpPr>
        <p:spPr>
          <a:xfrm xmlns:a="http://schemas.openxmlformats.org/drawingml/2006/main">
            <a:off x="952500" y="2905125"/>
            <a:ext cx="1619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LETS enforcement enabled</a:t>
            </a:r>
          </a:p>
        </p:txBody>
      </p:sp>
      <p:sp>
        <p:nvSpPr>
          <p:cNvPr id="5" name="">
            <a:extLst xmlns:a="http://schemas.openxmlformats.org/drawingml/2006/main">
              <a:ext uri="{FF2B5EF4-FFF2-40B4-BE49-F238E27FC236}">
                <a16:creationId xmlns:a16="http://schemas.microsoft.com/office/drawing/2014/main" id="{4A4133F1-2775-4F69-B9A5-CF127DD28E14}"/>
              </a:ext>
            </a:extLst>
          </p:cNvPr>
          <p:cNvSpPr>
            <a:spLocks xmlns:a="http://schemas.openxmlformats.org/drawingml/2006/main" noGrp="1"/>
          </p:cNvSpPr>
          <p:nvPr/>
        </p:nvSpPr>
        <p:spPr>
          <a:xfrm xmlns:a="http://schemas.openxmlformats.org/drawingml/2006/main">
            <a:off x="952500" y="4048125"/>
            <a:ext cx="44767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6" name="">
            <a:extLst xmlns:a="http://schemas.openxmlformats.org/drawingml/2006/main">
              <a:ext uri="{FF2B5EF4-FFF2-40B4-BE49-F238E27FC236}">
                <a16:creationId xmlns:a16="http://schemas.microsoft.com/office/drawing/2014/main" id="{7C2B2F9F-A527-4400-B192-2F204BFA5027}"/>
              </a:ext>
            </a:extLst>
          </p:cNvPr>
          <p:cNvSpPr>
            <a:spLocks xmlns:a="http://schemas.openxmlformats.org/drawingml/2006/main" noGrp="1"/>
          </p:cNvSpPr>
          <p:nvPr/>
        </p:nvSpPr>
        <p:spPr>
          <a:xfrm xmlns:a="http://schemas.openxmlformats.org/drawingml/2006/main">
            <a:off x="1219200" y="4286250"/>
            <a:ext cx="39433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Verify</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receipt</a:t>
            </a:r>
          </a:p>
        </p:txBody>
      </p:sp>
      <p:sp>
        <p:nvSpPr>
          <p:cNvPr id="7" name="">
            <a:extLst xmlns:a="http://schemas.openxmlformats.org/drawingml/2006/main">
              <a:ext uri="{FF2B5EF4-FFF2-40B4-BE49-F238E27FC236}">
                <a16:creationId xmlns:a16="http://schemas.microsoft.com/office/drawing/2014/main" id="{64D009F0-4229-4634-98EE-4AB98DC205AA}"/>
              </a:ext>
            </a:extLst>
          </p:cNvPr>
          <p:cNvSpPr>
            <a:spLocks xmlns:a="http://schemas.openxmlformats.org/drawingml/2006/main" noGrp="1"/>
          </p:cNvSpPr>
          <p:nvPr/>
        </p:nvSpPr>
        <p:spPr>
          <a:xfrm xmlns:a="http://schemas.openxmlformats.org/drawingml/2006/main">
            <a:off x="7000875" y="4048125"/>
            <a:ext cx="44767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2B419B40-6C78-49DE-AEF7-4F665FB1CE77}"/>
              </a:ext>
            </a:extLst>
          </p:cNvPr>
          <p:cNvSpPr>
            <a:spLocks xmlns:a="http://schemas.openxmlformats.org/drawingml/2006/main" noGrp="1"/>
          </p:cNvSpPr>
          <p:nvPr/>
        </p:nvSpPr>
        <p:spPr>
          <a:xfrm xmlns:a="http://schemas.openxmlformats.org/drawingml/2006/main">
            <a:off x="7267575" y="4286250"/>
            <a:ext cx="39433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Durably</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claim</a:t>
            </a:r>
          </a:p>
        </p:txBody>
      </p:sp>
      <p:sp>
        <p:nvSpPr>
          <p:cNvPr id="9" name="">
            <a:extLst xmlns:a="http://schemas.openxmlformats.org/drawingml/2006/main">
              <a:ext uri="{FF2B5EF4-FFF2-40B4-BE49-F238E27FC236}">
                <a16:creationId xmlns:a16="http://schemas.microsoft.com/office/drawing/2014/main" id="{4DDBD969-27C5-43A6-BF02-65F7BEEA2A93}"/>
              </a:ext>
            </a:extLst>
          </p:cNvPr>
          <p:cNvSpPr>
            <a:spLocks xmlns:a="http://schemas.openxmlformats.org/drawingml/2006/main" noGrp="1"/>
          </p:cNvSpPr>
          <p:nvPr/>
        </p:nvSpPr>
        <p:spPr>
          <a:xfrm xmlns:a="http://schemas.openxmlformats.org/drawingml/2006/main">
            <a:off x="13049250" y="4048125"/>
            <a:ext cx="4286250" cy="2667000"/>
          </a:xfrm>
          <a:prstGeom xmlns:a="http://schemas.openxmlformats.org/drawingml/2006/main" prst="roundRect">
            <a:avLst>
              <a:gd name="adj" fmla="val 7857"/>
            </a:avLst>
          </a:prstGeom>
          <a:solidFill xmlns:a="http://schemas.openxmlformats.org/drawingml/2006/main">
            <a:srgbClr val="181C30"/>
          </a:solidFill>
          <a:ln xmlns:a="http://schemas.openxmlformats.org/drawingml/2006/main" w="38100">
            <a:solidFill>
              <a:srgbClr val="59617F"/>
            </a:solidFill>
          </a:ln>
        </p:spPr>
      </p:sp>
      <p:sp>
        <p:nvSpPr>
          <p:cNvPr id="10" name="">
            <a:extLst xmlns:a="http://schemas.openxmlformats.org/drawingml/2006/main">
              <a:ext uri="{FF2B5EF4-FFF2-40B4-BE49-F238E27FC236}">
                <a16:creationId xmlns:a16="http://schemas.microsoft.com/office/drawing/2014/main" id="{00D34A11-1F43-4251-964D-97C1900B6A46}"/>
              </a:ext>
            </a:extLst>
          </p:cNvPr>
          <p:cNvSpPr>
            <a:spLocks xmlns:a="http://schemas.openxmlformats.org/drawingml/2006/main" noGrp="1"/>
          </p:cNvSpPr>
          <p:nvPr/>
        </p:nvSpPr>
        <p:spPr>
          <a:xfrm xmlns:a="http://schemas.openxmlformats.org/drawingml/2006/main">
            <a:off x="13315950" y="4286250"/>
            <a:ext cx="3752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59617F"/>
                </a:solidFill>
                <a:latin typeface="Segoe UI"/>
                <a:ea typeface="Segoe UI"/>
                <a:cs typeface="Segoe UI"/>
              </a:defRPr>
            </a:pPr>
            <a:r>
              <a:rPr sz="4275" b="1">
                <a:solidFill>
                  <a:srgbClr val="59617F"/>
                </a:solidFill>
                <a:latin typeface="Segoe UI"/>
                <a:ea typeface="Segoe UI"/>
                <a:cs typeface="Segoe UI"/>
              </a:rPr>
              <a:t>Protected</a:t>
            </a:r>
          </a:p>
          <a:p xmlns:a="http://schemas.openxmlformats.org/drawingml/2006/main">
            <a:pPr>
              <a:defRPr sz="4275" b="1">
                <a:solidFill>
                  <a:srgbClr val="59617F"/>
                </a:solidFill>
                <a:latin typeface="Segoe UI"/>
                <a:ea typeface="Segoe UI"/>
                <a:cs typeface="Segoe UI"/>
              </a:defRPr>
            </a:pPr>
            <a:r>
              <a:rPr sz="4275" b="1">
                <a:solidFill>
                  <a:srgbClr val="59617F"/>
                </a:solidFill>
                <a:latin typeface="Segoe UI"/>
                <a:ea typeface="Segoe UI"/>
                <a:cs typeface="Segoe UI"/>
              </a:rPr>
              <a:t>action</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5429250" y="5381625"/>
            <a:ext cx="157162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11477625" y="5381625"/>
            <a:ext cx="1571625"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
        <p:nvSpPr>
          <p:cNvPr id="13" name="">
            <a:extLst xmlns:a="http://schemas.openxmlformats.org/drawingml/2006/main">
              <a:ext uri="{FF2B5EF4-FFF2-40B4-BE49-F238E27FC236}">
                <a16:creationId xmlns:a16="http://schemas.microsoft.com/office/drawing/2014/main" id="{0947786B-9670-4E81-B9AC-F79229BD331A}"/>
              </a:ext>
            </a:extLst>
          </p:cNvPr>
          <p:cNvSpPr>
            <a:spLocks xmlns:a="http://schemas.openxmlformats.org/drawingml/2006/main" noGrp="1"/>
          </p:cNvSpPr>
          <p:nvPr/>
        </p:nvSpPr>
        <p:spPr>
          <a:xfrm xmlns:a="http://schemas.openxmlformats.org/drawingml/2006/main">
            <a:off x="952500" y="7096125"/>
            <a:ext cx="1657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1">
                <a:solidFill>
                  <a:srgbClr val="FFA18C"/>
                </a:solidFill>
                <a:latin typeface="Segoe UI"/>
                <a:ea typeface="Segoe UI"/>
                <a:cs typeface="Segoe UI"/>
              </a:defRPr>
            </a:pPr>
            <a:r>
              <a:rPr sz="4388" b="1">
                <a:solidFill>
                  <a:srgbClr val="FFA18C"/>
                </a:solidFill>
                <a:latin typeface="Segoe UI"/>
                <a:ea typeface="Segoe UI"/>
                <a:cs typeface="Segoe UI"/>
              </a:rPr>
              <a:t>Invalid or replayed receipt stops here</a:t>
            </a:r>
          </a:p>
        </p:txBody>
      </p:sp>
    </p:spTree>
    <p:extLst>
      <p:ext uri="{BB962C8B-B14F-4D97-AF65-F5344CB8AC3E}">
        <p14:creationId xmlns:p14="http://schemas.microsoft.com/office/powerpoint/2010/main" val="639654016"/>
      </p:ext>
    </p:extLst>
  </p:cSld>
</p:sld>
</file>

<file path=ppt/slides/slide10.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ef26228e01468f"/>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B69528-BBC9-467C-8FAF-D325B2DEA617}"/>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3 / 9</a:t>
            </a:r>
          </a:p>
        </p:txBody>
      </p:sp>
      <p:sp>
        <p:nvSpPr>
          <p:cNvPr id="3" name="">
            <a:extLst xmlns:a="http://schemas.openxmlformats.org/drawingml/2006/main">
              <a:ext uri="{FF2B5EF4-FFF2-40B4-BE49-F238E27FC236}">
                <a16:creationId xmlns:a16="http://schemas.microsoft.com/office/drawing/2014/main" id="{A25549FA-0D68-49E2-991F-FF9F7874D368}"/>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The protected action follows the claim</a:t>
            </a:r>
          </a:p>
        </p:txBody>
      </p:sp>
      <p:sp>
        <p:nvSpPr>
          <p:cNvPr id="4" name="">
            <a:extLst xmlns:a="http://schemas.openxmlformats.org/drawingml/2006/main">
              <a:ext uri="{FF2B5EF4-FFF2-40B4-BE49-F238E27FC236}">
                <a16:creationId xmlns:a16="http://schemas.microsoft.com/office/drawing/2014/main" id="{30D60D9F-B0EC-4CB4-A9E3-5D123A27BD5F}"/>
              </a:ext>
            </a:extLst>
          </p:cNvPr>
          <p:cNvSpPr>
            <a:spLocks xmlns:a="http://schemas.openxmlformats.org/drawingml/2006/main" noGrp="1"/>
          </p:cNvSpPr>
          <p:nvPr/>
        </p:nvSpPr>
        <p:spPr>
          <a:xfrm xmlns:a="http://schemas.openxmlformats.org/drawingml/2006/main">
            <a:off x="952500" y="2905125"/>
            <a:ext cx="1619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LETS enforcement enabled</a:t>
            </a:r>
          </a:p>
        </p:txBody>
      </p:sp>
      <p:sp>
        <p:nvSpPr>
          <p:cNvPr id="5" name="">
            <a:extLst xmlns:a="http://schemas.openxmlformats.org/drawingml/2006/main">
              <a:ext uri="{FF2B5EF4-FFF2-40B4-BE49-F238E27FC236}">
                <a16:creationId xmlns:a16="http://schemas.microsoft.com/office/drawing/2014/main" id="{6D2493E8-62D1-49AA-BEFC-8FE9F0A9DF13}"/>
              </a:ext>
            </a:extLst>
          </p:cNvPr>
          <p:cNvSpPr>
            <a:spLocks xmlns:a="http://schemas.openxmlformats.org/drawingml/2006/main" noGrp="1"/>
          </p:cNvSpPr>
          <p:nvPr/>
        </p:nvSpPr>
        <p:spPr>
          <a:xfrm xmlns:a="http://schemas.openxmlformats.org/drawingml/2006/main">
            <a:off x="952500" y="4048125"/>
            <a:ext cx="44767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6" name="">
            <a:extLst xmlns:a="http://schemas.openxmlformats.org/drawingml/2006/main">
              <a:ext uri="{FF2B5EF4-FFF2-40B4-BE49-F238E27FC236}">
                <a16:creationId xmlns:a16="http://schemas.microsoft.com/office/drawing/2014/main" id="{EC0200CB-3584-4B66-B2DB-708F08290BFF}"/>
              </a:ext>
            </a:extLst>
          </p:cNvPr>
          <p:cNvSpPr>
            <a:spLocks xmlns:a="http://schemas.openxmlformats.org/drawingml/2006/main" noGrp="1"/>
          </p:cNvSpPr>
          <p:nvPr/>
        </p:nvSpPr>
        <p:spPr>
          <a:xfrm xmlns:a="http://schemas.openxmlformats.org/drawingml/2006/main">
            <a:off x="1219200" y="4286250"/>
            <a:ext cx="39433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Verify</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receipt</a:t>
            </a:r>
          </a:p>
        </p:txBody>
      </p:sp>
      <p:sp>
        <p:nvSpPr>
          <p:cNvPr id="7" name="">
            <a:extLst xmlns:a="http://schemas.openxmlformats.org/drawingml/2006/main">
              <a:ext uri="{FF2B5EF4-FFF2-40B4-BE49-F238E27FC236}">
                <a16:creationId xmlns:a16="http://schemas.microsoft.com/office/drawing/2014/main" id="{01FDCC0F-06FD-4965-85E8-98977422DCD9}"/>
              </a:ext>
            </a:extLst>
          </p:cNvPr>
          <p:cNvSpPr>
            <a:spLocks xmlns:a="http://schemas.openxmlformats.org/drawingml/2006/main" noGrp="1"/>
          </p:cNvSpPr>
          <p:nvPr/>
        </p:nvSpPr>
        <p:spPr>
          <a:xfrm xmlns:a="http://schemas.openxmlformats.org/drawingml/2006/main">
            <a:off x="7000875" y="4048125"/>
            <a:ext cx="44767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6D997B5C-64D0-44A9-A851-3F13DDF6CD1D}"/>
              </a:ext>
            </a:extLst>
          </p:cNvPr>
          <p:cNvSpPr>
            <a:spLocks xmlns:a="http://schemas.openxmlformats.org/drawingml/2006/main" noGrp="1"/>
          </p:cNvSpPr>
          <p:nvPr/>
        </p:nvSpPr>
        <p:spPr>
          <a:xfrm xmlns:a="http://schemas.openxmlformats.org/drawingml/2006/main">
            <a:off x="7267575" y="4286250"/>
            <a:ext cx="39433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Durably</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claim</a:t>
            </a:r>
          </a:p>
        </p:txBody>
      </p:sp>
      <p:sp>
        <p:nvSpPr>
          <p:cNvPr id="9" name="">
            <a:extLst xmlns:a="http://schemas.openxmlformats.org/drawingml/2006/main">
              <a:ext uri="{FF2B5EF4-FFF2-40B4-BE49-F238E27FC236}">
                <a16:creationId xmlns:a16="http://schemas.microsoft.com/office/drawing/2014/main" id="{2E7FEF9A-96C2-457B-B44D-D6D6AC205249}"/>
              </a:ext>
            </a:extLst>
          </p:cNvPr>
          <p:cNvSpPr>
            <a:spLocks xmlns:a="http://schemas.openxmlformats.org/drawingml/2006/main" noGrp="1"/>
          </p:cNvSpPr>
          <p:nvPr/>
        </p:nvSpPr>
        <p:spPr>
          <a:xfrm xmlns:a="http://schemas.openxmlformats.org/drawingml/2006/main">
            <a:off x="13049250" y="4048125"/>
            <a:ext cx="42862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10" name="">
            <a:extLst xmlns:a="http://schemas.openxmlformats.org/drawingml/2006/main">
              <a:ext uri="{FF2B5EF4-FFF2-40B4-BE49-F238E27FC236}">
                <a16:creationId xmlns:a16="http://schemas.microsoft.com/office/drawing/2014/main" id="{95DBFB09-D00F-45A3-B5DB-A651822FD793}"/>
              </a:ext>
            </a:extLst>
          </p:cNvPr>
          <p:cNvSpPr>
            <a:spLocks xmlns:a="http://schemas.openxmlformats.org/drawingml/2006/main" noGrp="1"/>
          </p:cNvSpPr>
          <p:nvPr/>
        </p:nvSpPr>
        <p:spPr>
          <a:xfrm xmlns:a="http://schemas.openxmlformats.org/drawingml/2006/main">
            <a:off x="13315950" y="4286250"/>
            <a:ext cx="3752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Protected</a:t>
            </a:r>
          </a:p>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action</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5429250" y="5381625"/>
            <a:ext cx="157162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11477625" y="5381625"/>
            <a:ext cx="157162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3" name="">
            <a:extLst xmlns:a="http://schemas.openxmlformats.org/drawingml/2006/main">
              <a:ext uri="{FF2B5EF4-FFF2-40B4-BE49-F238E27FC236}">
                <a16:creationId xmlns:a16="http://schemas.microsoft.com/office/drawing/2014/main" id="{3BD851C9-AA59-46CE-A5C4-0CE76513309A}"/>
              </a:ext>
            </a:extLst>
          </p:cNvPr>
          <p:cNvSpPr>
            <a:spLocks xmlns:a="http://schemas.openxmlformats.org/drawingml/2006/main" noGrp="1"/>
          </p:cNvSpPr>
          <p:nvPr/>
        </p:nvSpPr>
        <p:spPr>
          <a:xfrm xmlns:a="http://schemas.openxmlformats.org/drawingml/2006/main">
            <a:off x="952500" y="7096125"/>
            <a:ext cx="1657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1">
                <a:solidFill>
                  <a:srgbClr val="73DCD5"/>
                </a:solidFill>
                <a:latin typeface="Segoe UI"/>
                <a:ea typeface="Segoe UI"/>
                <a:cs typeface="Segoe UI"/>
              </a:defRPr>
            </a:pPr>
            <a:r>
              <a:rPr sz="4388" b="1">
                <a:solidFill>
                  <a:srgbClr val="73DCD5"/>
                </a:solidFill>
                <a:latin typeface="Segoe UI"/>
                <a:ea typeface="Segoe UI"/>
                <a:cs typeface="Segoe UI"/>
              </a:rPr>
              <a:t>Only a successful claim proceeds</a:t>
            </a:r>
          </a:p>
        </p:txBody>
      </p:sp>
    </p:spTree>
    <p:extLst>
      <p:ext uri="{BB962C8B-B14F-4D97-AF65-F5344CB8AC3E}">
        <p14:creationId xmlns:p14="http://schemas.microsoft.com/office/powerpoint/2010/main" val="296735876"/>
      </p:ext>
    </p:extLst>
  </p:cSld>
</p:sld>
</file>

<file path=ppt/slides/slide11.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63677ec50f04e81"/>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F341E8-F719-488C-96ED-EE7EBE32D03D}"/>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4 / 9</a:t>
            </a:r>
          </a:p>
        </p:txBody>
      </p:sp>
      <p:sp>
        <p:nvSpPr>
          <p:cNvPr id="3" name="">
            <a:extLst xmlns:a="http://schemas.openxmlformats.org/drawingml/2006/main">
              <a:ext uri="{FF2B5EF4-FFF2-40B4-BE49-F238E27FC236}">
                <a16:creationId xmlns:a16="http://schemas.microsoft.com/office/drawing/2014/main" id="{082CC2D6-5192-4818-9303-84AB16487F82}"/>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Checks stay on the dispatch path</a:t>
            </a:r>
          </a:p>
        </p:txBody>
      </p:sp>
      <p:sp>
        <p:nvSpPr>
          <p:cNvPr id="4" name="">
            <a:extLst xmlns:a="http://schemas.openxmlformats.org/drawingml/2006/main">
              <a:ext uri="{FF2B5EF4-FFF2-40B4-BE49-F238E27FC236}">
                <a16:creationId xmlns:a16="http://schemas.microsoft.com/office/drawing/2014/main" id="{70F6AE5E-E43F-4196-B061-5D7A37F57344}"/>
              </a:ext>
            </a:extLst>
          </p:cNvPr>
          <p:cNvSpPr>
            <a:spLocks xmlns:a="http://schemas.openxmlformats.org/drawingml/2006/main" noGrp="1"/>
          </p:cNvSpPr>
          <p:nvPr/>
        </p:nvSpPr>
        <p:spPr>
          <a:xfrm xmlns:a="http://schemas.openxmlformats.org/drawingml/2006/main">
            <a:off x="952500" y="4476750"/>
            <a:ext cx="3762375" cy="1524000"/>
          </a:xfrm>
          <a:prstGeom xmlns:a="http://schemas.openxmlformats.org/drawingml/2006/main" prst="roundRect">
            <a:avLst>
              <a:gd name="adj" fmla="val 13750"/>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778AAA9F-7336-45A7-B607-703E74D37807}"/>
              </a:ext>
            </a:extLst>
          </p:cNvPr>
          <p:cNvSpPr>
            <a:spLocks xmlns:a="http://schemas.openxmlformats.org/drawingml/2006/main" noGrp="1"/>
          </p:cNvSpPr>
          <p:nvPr/>
        </p:nvSpPr>
        <p:spPr>
          <a:xfrm xmlns:a="http://schemas.openxmlformats.org/drawingml/2006/main">
            <a:off x="1219200" y="4714875"/>
            <a:ext cx="32289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Request</a:t>
            </a:r>
          </a:p>
        </p:txBody>
      </p:sp>
      <p:sp>
        <p:nvSpPr>
          <p:cNvPr id="6" name="">
            <a:extLst xmlns:a="http://schemas.openxmlformats.org/drawingml/2006/main">
              <a:ext uri="{FF2B5EF4-FFF2-40B4-BE49-F238E27FC236}">
                <a16:creationId xmlns:a16="http://schemas.microsoft.com/office/drawing/2014/main" id="{53BDFA7E-43EA-4381-A2DF-DB5E4E612013}"/>
              </a:ext>
            </a:extLst>
          </p:cNvPr>
          <p:cNvSpPr>
            <a:spLocks xmlns:a="http://schemas.openxmlformats.org/drawingml/2006/main" noGrp="1"/>
          </p:cNvSpPr>
          <p:nvPr/>
        </p:nvSpPr>
        <p:spPr>
          <a:xfrm xmlns:a="http://schemas.openxmlformats.org/drawingml/2006/main">
            <a:off x="6286500" y="3429000"/>
            <a:ext cx="581025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CBF93088-9F8C-488F-80B2-2F53EB539621}"/>
              </a:ext>
            </a:extLst>
          </p:cNvPr>
          <p:cNvSpPr>
            <a:spLocks xmlns:a="http://schemas.openxmlformats.org/drawingml/2006/main" noGrp="1"/>
          </p:cNvSpPr>
          <p:nvPr/>
        </p:nvSpPr>
        <p:spPr>
          <a:xfrm xmlns:a="http://schemas.openxmlformats.org/drawingml/2006/main">
            <a:off x="6572250" y="34766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Dispatcher</a:t>
            </a:r>
          </a:p>
        </p:txBody>
      </p:sp>
      <p:sp>
        <p:nvSpPr>
          <p:cNvPr id="8" name="">
            <a:extLst xmlns:a="http://schemas.openxmlformats.org/drawingml/2006/main">
              <a:ext uri="{FF2B5EF4-FFF2-40B4-BE49-F238E27FC236}">
                <a16:creationId xmlns:a16="http://schemas.microsoft.com/office/drawing/2014/main" id="{6A9FB0D3-6747-426A-A38D-43C455C52469}"/>
              </a:ext>
            </a:extLst>
          </p:cNvPr>
          <p:cNvSpPr>
            <a:spLocks xmlns:a="http://schemas.openxmlformats.org/drawingml/2006/main" noGrp="1"/>
          </p:cNvSpPr>
          <p:nvPr/>
        </p:nvSpPr>
        <p:spPr>
          <a:xfrm xmlns:a="http://schemas.openxmlformats.org/drawingml/2006/main">
            <a:off x="6572250" y="461962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Identity</a:t>
            </a:r>
          </a:p>
        </p:txBody>
      </p:sp>
      <p:sp>
        <p:nvSpPr>
          <p:cNvPr id="9" name="">
            <a:extLst xmlns:a="http://schemas.openxmlformats.org/drawingml/2006/main">
              <a:ext uri="{FF2B5EF4-FFF2-40B4-BE49-F238E27FC236}">
                <a16:creationId xmlns:a16="http://schemas.microsoft.com/office/drawing/2014/main" id="{817F4A82-A4B4-40AC-B2BF-9586356B0898}"/>
              </a:ext>
            </a:extLst>
          </p:cNvPr>
          <p:cNvSpPr>
            <a:spLocks xmlns:a="http://schemas.openxmlformats.org/drawingml/2006/main" noGrp="1"/>
          </p:cNvSpPr>
          <p:nvPr/>
        </p:nvSpPr>
        <p:spPr>
          <a:xfrm xmlns:a="http://schemas.openxmlformats.org/drawingml/2006/main">
            <a:off x="6572250" y="5467350"/>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Owner isolation</a:t>
            </a:r>
          </a:p>
        </p:txBody>
      </p:sp>
      <p:sp>
        <p:nvSpPr>
          <p:cNvPr id="10" name="">
            <a:extLst xmlns:a="http://schemas.openxmlformats.org/drawingml/2006/main">
              <a:ext uri="{FF2B5EF4-FFF2-40B4-BE49-F238E27FC236}">
                <a16:creationId xmlns:a16="http://schemas.microsoft.com/office/drawing/2014/main" id="{92E4502B-A584-4AAF-A1F7-EE6E7C946C37}"/>
              </a:ext>
            </a:extLst>
          </p:cNvPr>
          <p:cNvSpPr>
            <a:spLocks xmlns:a="http://schemas.openxmlformats.org/drawingml/2006/main" noGrp="1"/>
          </p:cNvSpPr>
          <p:nvPr/>
        </p:nvSpPr>
        <p:spPr>
          <a:xfrm xmlns:a="http://schemas.openxmlformats.org/drawingml/2006/main">
            <a:off x="6572250" y="631507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Tool policy</a:t>
            </a:r>
          </a:p>
        </p:txBody>
      </p:sp>
      <p:sp>
        <p:nvSpPr>
          <p:cNvPr id="11" name="">
            <a:extLst xmlns:a="http://schemas.openxmlformats.org/drawingml/2006/main">
              <a:ext uri="{FF2B5EF4-FFF2-40B4-BE49-F238E27FC236}">
                <a16:creationId xmlns:a16="http://schemas.microsoft.com/office/drawing/2014/main" id="{0B993AD5-D8DC-4EBE-8BB2-7249764256B0}"/>
              </a:ext>
            </a:extLst>
          </p:cNvPr>
          <p:cNvSpPr>
            <a:spLocks xmlns:a="http://schemas.openxmlformats.org/drawingml/2006/main" noGrp="1"/>
          </p:cNvSpPr>
          <p:nvPr/>
        </p:nvSpPr>
        <p:spPr>
          <a:xfrm xmlns:a="http://schemas.openxmlformats.org/drawingml/2006/main">
            <a:off x="13525500" y="4191000"/>
            <a:ext cx="3857625" cy="2286000"/>
          </a:xfrm>
          <a:prstGeom xmlns:a="http://schemas.openxmlformats.org/drawingml/2006/main" prst="roundRect">
            <a:avLst>
              <a:gd name="adj" fmla="val 9167"/>
            </a:avLst>
          </a:prstGeom>
          <a:solidFill xmlns:a="http://schemas.openxmlformats.org/drawingml/2006/main">
            <a:srgbClr val="181C30"/>
          </a:solidFill>
          <a:ln xmlns:a="http://schemas.openxmlformats.org/drawingml/2006/main" w="38100">
            <a:solidFill>
              <a:srgbClr val="59617F"/>
            </a:solidFill>
          </a:ln>
        </p:spPr>
      </p:sp>
      <p:sp>
        <p:nvSpPr>
          <p:cNvPr id="12" name="">
            <a:extLst xmlns:a="http://schemas.openxmlformats.org/drawingml/2006/main">
              <a:ext uri="{FF2B5EF4-FFF2-40B4-BE49-F238E27FC236}">
                <a16:creationId xmlns:a16="http://schemas.microsoft.com/office/drawing/2014/main" id="{1BB18770-7013-4E0A-BA08-34E12AFCCBC5}"/>
              </a:ext>
            </a:extLst>
          </p:cNvPr>
          <p:cNvSpPr>
            <a:spLocks xmlns:a="http://schemas.openxmlformats.org/drawingml/2006/main" noGrp="1"/>
          </p:cNvSpPr>
          <p:nvPr/>
        </p:nvSpPr>
        <p:spPr>
          <a:xfrm xmlns:a="http://schemas.openxmlformats.org/drawingml/2006/main">
            <a:off x="13792200" y="4429125"/>
            <a:ext cx="33242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1">
                <a:solidFill>
                  <a:srgbClr val="59617F"/>
                </a:solidFill>
                <a:latin typeface="Segoe UI"/>
                <a:ea typeface="Segoe UI"/>
                <a:cs typeface="Segoe UI"/>
              </a:defRPr>
            </a:pPr>
            <a:r>
              <a:rPr sz="3938" b="1">
                <a:solidFill>
                  <a:srgbClr val="59617F"/>
                </a:solidFill>
                <a:latin typeface="Segoe UI"/>
                <a:ea typeface="Segoe UI"/>
                <a:cs typeface="Segoe UI"/>
              </a:rPr>
              <a:t>Action</a:t>
            </a:r>
          </a:p>
        </p:txBody>
      </p:sp>
      <p:cxnSp>
        <p:nvCxnSpPr>
          <p:cNvPr id="27" name=""/>
          <p:cNvCxnSpPr>
            <a:stCxn xmlns:a="http://schemas.openxmlformats.org/drawingml/2006/main" id="4" idx="3"/>
            <a:endCxn xmlns:a="http://schemas.openxmlformats.org/drawingml/2006/main" id="6" idx="1"/>
          </p:cNvCxnSpPr>
          <p:nvPr/>
        </p:nvCxnSpPr>
        <p:spPr>
          <a:xfrm xmlns:a="http://schemas.openxmlformats.org/drawingml/2006/main">
            <a:off x="4714875" y="5238750"/>
            <a:ext cx="1571625" cy="238125"/>
          </a:xfrm>
          <a:prstGeom xmlns:a="http://schemas.openxmlformats.org/drawingml/2006/main" prst="bentConnector3">
            <a:avLst>
              <a:gd name="adj1" fmla="val 50000"/>
            </a:avLst>
          </a:prstGeom>
          <a:ln xmlns:a="http://schemas.openxmlformats.org/drawingml/2006/main" w="57150">
            <a:solidFill>
              <a:srgbClr val="A499FF"/>
            </a:solidFill>
            <a:prstDash val="solid"/>
            <a:tailEnd type="triangle" w="lg" len="lg"/>
          </a:ln>
        </p:spPr>
      </p:cxnSp>
      <p:cxnSp>
        <p:nvCxnSpPr>
          <p:cNvPr id="28" name=""/>
          <p:cNvCxnSpPr>
            <a:stCxn xmlns:a="http://schemas.openxmlformats.org/drawingml/2006/main" id="6" idx="3"/>
            <a:endCxn xmlns:a="http://schemas.openxmlformats.org/drawingml/2006/main" id="11" idx="1"/>
          </p:cNvCxnSpPr>
          <p:nvPr/>
        </p:nvCxnSpPr>
        <p:spPr>
          <a:xfrm xmlns:a="http://schemas.openxmlformats.org/drawingml/2006/main" flipV="1">
            <a:off x="12096750" y="5334000"/>
            <a:ext cx="1428750" cy="142875"/>
          </a:xfrm>
          <a:prstGeom xmlns:a="http://schemas.openxmlformats.org/drawingml/2006/main" prst="bentConnector3">
            <a:avLst>
              <a:gd name="adj1" fmla="val 50000"/>
            </a:avLst>
          </a:prstGeom>
          <a:ln xmlns:a="http://schemas.openxmlformats.org/drawingml/2006/main" w="57150">
            <a:solidFill>
              <a:srgbClr val="59617F"/>
            </a:solidFill>
            <a:prstDash val="solid"/>
            <a:tailEnd type="triangle" w="lg" len="lg"/>
          </a:ln>
        </p:spPr>
      </p:cxnSp>
    </p:spTree>
    <p:extLst>
      <p:ext uri="{BB962C8B-B14F-4D97-AF65-F5344CB8AC3E}">
        <p14:creationId xmlns:p14="http://schemas.microsoft.com/office/powerpoint/2010/main" val="1931944840"/>
      </p:ext>
    </p:extLst>
  </p:cSld>
</p:sld>
</file>

<file path=ppt/slides/slide12.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2b7885731246a1"/>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004908-6A83-44F6-8C12-A8A745B1FDDD}"/>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4 / 9</a:t>
            </a:r>
          </a:p>
        </p:txBody>
      </p:sp>
      <p:sp>
        <p:nvSpPr>
          <p:cNvPr id="3" name="">
            <a:extLst xmlns:a="http://schemas.openxmlformats.org/drawingml/2006/main">
              <a:ext uri="{FF2B5EF4-FFF2-40B4-BE49-F238E27FC236}">
                <a16:creationId xmlns:a16="http://schemas.microsoft.com/office/drawing/2014/main" id="{9901C70A-3B42-49E6-BB2E-AB68C8008C5E}"/>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Sensitive actions need confirmation</a:t>
            </a:r>
          </a:p>
        </p:txBody>
      </p:sp>
      <p:sp>
        <p:nvSpPr>
          <p:cNvPr id="4" name="">
            <a:extLst xmlns:a="http://schemas.openxmlformats.org/drawingml/2006/main">
              <a:ext uri="{FF2B5EF4-FFF2-40B4-BE49-F238E27FC236}">
                <a16:creationId xmlns:a16="http://schemas.microsoft.com/office/drawing/2014/main" id="{F494025F-4BE2-4AED-944A-8030B24A749D}"/>
              </a:ext>
            </a:extLst>
          </p:cNvPr>
          <p:cNvSpPr>
            <a:spLocks xmlns:a="http://schemas.openxmlformats.org/drawingml/2006/main" noGrp="1"/>
          </p:cNvSpPr>
          <p:nvPr/>
        </p:nvSpPr>
        <p:spPr>
          <a:xfrm xmlns:a="http://schemas.openxmlformats.org/drawingml/2006/main">
            <a:off x="952500" y="4476750"/>
            <a:ext cx="3762375" cy="1524000"/>
          </a:xfrm>
          <a:prstGeom xmlns:a="http://schemas.openxmlformats.org/drawingml/2006/main" prst="roundRect">
            <a:avLst>
              <a:gd name="adj" fmla="val 13750"/>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78C754F8-E4C7-4B6A-86D3-18FF82BCE956}"/>
              </a:ext>
            </a:extLst>
          </p:cNvPr>
          <p:cNvSpPr>
            <a:spLocks xmlns:a="http://schemas.openxmlformats.org/drawingml/2006/main" noGrp="1"/>
          </p:cNvSpPr>
          <p:nvPr/>
        </p:nvSpPr>
        <p:spPr>
          <a:xfrm xmlns:a="http://schemas.openxmlformats.org/drawingml/2006/main">
            <a:off x="1219200" y="4714875"/>
            <a:ext cx="32289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Request</a:t>
            </a:r>
          </a:p>
        </p:txBody>
      </p:sp>
      <p:sp>
        <p:nvSpPr>
          <p:cNvPr id="6" name="">
            <a:extLst xmlns:a="http://schemas.openxmlformats.org/drawingml/2006/main">
              <a:ext uri="{FF2B5EF4-FFF2-40B4-BE49-F238E27FC236}">
                <a16:creationId xmlns:a16="http://schemas.microsoft.com/office/drawing/2014/main" id="{7A459C57-3F27-433C-AB6A-A4EBF16D15FF}"/>
              </a:ext>
            </a:extLst>
          </p:cNvPr>
          <p:cNvSpPr>
            <a:spLocks xmlns:a="http://schemas.openxmlformats.org/drawingml/2006/main" noGrp="1"/>
          </p:cNvSpPr>
          <p:nvPr/>
        </p:nvSpPr>
        <p:spPr>
          <a:xfrm xmlns:a="http://schemas.openxmlformats.org/drawingml/2006/main">
            <a:off x="6286500" y="3429000"/>
            <a:ext cx="5810250" cy="4095750"/>
          </a:xfrm>
          <a:prstGeom xmlns:a="http://schemas.openxmlformats.org/drawingml/2006/main" prst="roundRect">
            <a:avLst>
              <a:gd name="adj" fmla="val 5116"/>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79C5B5D0-1C89-4AD5-86BF-8E73EA7C806C}"/>
              </a:ext>
            </a:extLst>
          </p:cNvPr>
          <p:cNvSpPr>
            <a:spLocks xmlns:a="http://schemas.openxmlformats.org/drawingml/2006/main" noGrp="1"/>
          </p:cNvSpPr>
          <p:nvPr/>
        </p:nvSpPr>
        <p:spPr>
          <a:xfrm xmlns:a="http://schemas.openxmlformats.org/drawingml/2006/main">
            <a:off x="6572250" y="34766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Dispatcher</a:t>
            </a:r>
          </a:p>
        </p:txBody>
      </p:sp>
      <p:sp>
        <p:nvSpPr>
          <p:cNvPr id="8" name="">
            <a:extLst xmlns:a="http://schemas.openxmlformats.org/drawingml/2006/main">
              <a:ext uri="{FF2B5EF4-FFF2-40B4-BE49-F238E27FC236}">
                <a16:creationId xmlns:a16="http://schemas.microsoft.com/office/drawing/2014/main" id="{49DF45CC-C26D-4C0A-9ECB-4B1C7557F5EC}"/>
              </a:ext>
            </a:extLst>
          </p:cNvPr>
          <p:cNvSpPr>
            <a:spLocks xmlns:a="http://schemas.openxmlformats.org/drawingml/2006/main" noGrp="1"/>
          </p:cNvSpPr>
          <p:nvPr/>
        </p:nvSpPr>
        <p:spPr>
          <a:xfrm xmlns:a="http://schemas.openxmlformats.org/drawingml/2006/main">
            <a:off x="6572250" y="461962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Identity</a:t>
            </a:r>
          </a:p>
        </p:txBody>
      </p:sp>
      <p:sp>
        <p:nvSpPr>
          <p:cNvPr id="9" name="">
            <a:extLst xmlns:a="http://schemas.openxmlformats.org/drawingml/2006/main">
              <a:ext uri="{FF2B5EF4-FFF2-40B4-BE49-F238E27FC236}">
                <a16:creationId xmlns:a16="http://schemas.microsoft.com/office/drawing/2014/main" id="{5FA0A428-6778-400F-BA4F-47A83632F62D}"/>
              </a:ext>
            </a:extLst>
          </p:cNvPr>
          <p:cNvSpPr>
            <a:spLocks xmlns:a="http://schemas.openxmlformats.org/drawingml/2006/main" noGrp="1"/>
          </p:cNvSpPr>
          <p:nvPr/>
        </p:nvSpPr>
        <p:spPr>
          <a:xfrm xmlns:a="http://schemas.openxmlformats.org/drawingml/2006/main">
            <a:off x="6572250" y="5467350"/>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Owner isolation</a:t>
            </a:r>
          </a:p>
        </p:txBody>
      </p:sp>
      <p:sp>
        <p:nvSpPr>
          <p:cNvPr id="10" name="">
            <a:extLst xmlns:a="http://schemas.openxmlformats.org/drawingml/2006/main">
              <a:ext uri="{FF2B5EF4-FFF2-40B4-BE49-F238E27FC236}">
                <a16:creationId xmlns:a16="http://schemas.microsoft.com/office/drawing/2014/main" id="{1514A5FD-84CC-48CA-ADD3-2FCF68557449}"/>
              </a:ext>
            </a:extLst>
          </p:cNvPr>
          <p:cNvSpPr>
            <a:spLocks xmlns:a="http://schemas.openxmlformats.org/drawingml/2006/main" noGrp="1"/>
          </p:cNvSpPr>
          <p:nvPr/>
        </p:nvSpPr>
        <p:spPr>
          <a:xfrm xmlns:a="http://schemas.openxmlformats.org/drawingml/2006/main">
            <a:off x="6572250" y="631507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F3F4F6"/>
                </a:solidFill>
                <a:latin typeface="Segoe UI"/>
                <a:ea typeface="Segoe UI"/>
                <a:cs typeface="Segoe UI"/>
              </a:defRPr>
            </a:pPr>
            <a:r>
              <a:rPr sz="3713" b="0">
                <a:solidFill>
                  <a:srgbClr val="F3F4F6"/>
                </a:solidFill>
                <a:latin typeface="Segoe UI"/>
                <a:ea typeface="Segoe UI"/>
                <a:cs typeface="Segoe UI"/>
              </a:rPr>
              <a:t>✓ Tool policy</a:t>
            </a:r>
          </a:p>
        </p:txBody>
      </p:sp>
      <p:sp>
        <p:nvSpPr>
          <p:cNvPr id="11" name="">
            <a:extLst xmlns:a="http://schemas.openxmlformats.org/drawingml/2006/main">
              <a:ext uri="{FF2B5EF4-FFF2-40B4-BE49-F238E27FC236}">
                <a16:creationId xmlns:a16="http://schemas.microsoft.com/office/drawing/2014/main" id="{657E0DDD-7A56-493E-9E18-F1910C83D235}"/>
              </a:ext>
            </a:extLst>
          </p:cNvPr>
          <p:cNvSpPr>
            <a:spLocks xmlns:a="http://schemas.openxmlformats.org/drawingml/2006/main" noGrp="1"/>
          </p:cNvSpPr>
          <p:nvPr/>
        </p:nvSpPr>
        <p:spPr>
          <a:xfrm xmlns:a="http://schemas.openxmlformats.org/drawingml/2006/main">
            <a:off x="13525500" y="4191000"/>
            <a:ext cx="3857625" cy="2286000"/>
          </a:xfrm>
          <a:prstGeom xmlns:a="http://schemas.openxmlformats.org/drawingml/2006/main" prst="roundRect">
            <a:avLst>
              <a:gd name="adj" fmla="val 9167"/>
            </a:avLst>
          </a:prstGeom>
          <a:solidFill xmlns:a="http://schemas.openxmlformats.org/drawingml/2006/main">
            <a:srgbClr val="22263D"/>
          </a:solidFill>
          <a:ln xmlns:a="http://schemas.openxmlformats.org/drawingml/2006/main" w="38100">
            <a:solidFill>
              <a:srgbClr val="A499FF"/>
            </a:solidFill>
          </a:ln>
        </p:spPr>
      </p:sp>
      <p:sp>
        <p:nvSpPr>
          <p:cNvPr id="12" name="">
            <a:extLst xmlns:a="http://schemas.openxmlformats.org/drawingml/2006/main">
              <a:ext uri="{FF2B5EF4-FFF2-40B4-BE49-F238E27FC236}">
                <a16:creationId xmlns:a16="http://schemas.microsoft.com/office/drawing/2014/main" id="{788AE2D3-0D13-426C-9F84-22EAF8AD560D}"/>
              </a:ext>
            </a:extLst>
          </p:cNvPr>
          <p:cNvSpPr>
            <a:spLocks xmlns:a="http://schemas.openxmlformats.org/drawingml/2006/main" noGrp="1"/>
          </p:cNvSpPr>
          <p:nvPr/>
        </p:nvSpPr>
        <p:spPr>
          <a:xfrm xmlns:a="http://schemas.openxmlformats.org/drawingml/2006/main">
            <a:off x="13792200" y="4429125"/>
            <a:ext cx="33242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1">
                <a:solidFill>
                  <a:srgbClr val="F3F4F6"/>
                </a:solidFill>
                <a:latin typeface="Segoe UI"/>
                <a:ea typeface="Segoe UI"/>
                <a:cs typeface="Segoe UI"/>
              </a:defRPr>
            </a:pPr>
            <a:r>
              <a:rPr sz="3938" b="1">
                <a:solidFill>
                  <a:srgbClr val="F3F4F6"/>
                </a:solidFill>
                <a:latin typeface="Segoe UI"/>
                <a:ea typeface="Segoe UI"/>
                <a:cs typeface="Segoe UI"/>
              </a:rPr>
              <a:t>Confirm</a:t>
            </a:r>
          </a:p>
          <a:p xmlns:a="http://schemas.openxmlformats.org/drawingml/2006/main">
            <a:pPr>
              <a:defRPr sz="3938" b="1">
                <a:solidFill>
                  <a:srgbClr val="F3F4F6"/>
                </a:solidFill>
                <a:latin typeface="Segoe UI"/>
                <a:ea typeface="Segoe UI"/>
                <a:cs typeface="Segoe UI"/>
              </a:defRPr>
            </a:pPr>
            <a:r>
              <a:rPr sz="3938" b="1">
                <a:solidFill>
                  <a:srgbClr val="F3F4F6"/>
                </a:solidFill>
                <a:latin typeface="Segoe UI"/>
                <a:ea typeface="Segoe UI"/>
                <a:cs typeface="Segoe UI"/>
              </a:rPr>
              <a:t>when required</a:t>
            </a:r>
          </a:p>
        </p:txBody>
      </p:sp>
      <p:cxnSp>
        <p:nvCxnSpPr>
          <p:cNvPr id="27" name=""/>
          <p:cNvCxnSpPr>
            <a:stCxn xmlns:a="http://schemas.openxmlformats.org/drawingml/2006/main" id="4" idx="3"/>
            <a:endCxn xmlns:a="http://schemas.openxmlformats.org/drawingml/2006/main" id="6" idx="1"/>
          </p:cNvCxnSpPr>
          <p:nvPr/>
        </p:nvCxnSpPr>
        <p:spPr>
          <a:xfrm xmlns:a="http://schemas.openxmlformats.org/drawingml/2006/main">
            <a:off x="4714875" y="5238750"/>
            <a:ext cx="1571625" cy="238125"/>
          </a:xfrm>
          <a:prstGeom xmlns:a="http://schemas.openxmlformats.org/drawingml/2006/main" prst="bentConnector3">
            <a:avLst>
              <a:gd name="adj1" fmla="val 50000"/>
            </a:avLst>
          </a:prstGeom>
          <a:ln xmlns:a="http://schemas.openxmlformats.org/drawingml/2006/main" w="57150">
            <a:solidFill>
              <a:srgbClr val="A499FF"/>
            </a:solidFill>
            <a:prstDash val="solid"/>
            <a:tailEnd type="triangle" w="lg" len="lg"/>
          </a:ln>
        </p:spPr>
      </p:cxnSp>
      <p:cxnSp>
        <p:nvCxnSpPr>
          <p:cNvPr id="28" name=""/>
          <p:cNvCxnSpPr>
            <a:stCxn xmlns:a="http://schemas.openxmlformats.org/drawingml/2006/main" id="6" idx="3"/>
            <a:endCxn xmlns:a="http://schemas.openxmlformats.org/drawingml/2006/main" id="11" idx="1"/>
          </p:cNvCxnSpPr>
          <p:nvPr/>
        </p:nvCxnSpPr>
        <p:spPr>
          <a:xfrm xmlns:a="http://schemas.openxmlformats.org/drawingml/2006/main" flipV="1">
            <a:off x="12096750" y="5334000"/>
            <a:ext cx="1428750" cy="142875"/>
          </a:xfrm>
          <a:prstGeom xmlns:a="http://schemas.openxmlformats.org/drawingml/2006/main" prst="bentConnector3">
            <a:avLst>
              <a:gd name="adj1" fmla="val 50000"/>
            </a:avLst>
          </a:prstGeom>
          <a:ln xmlns:a="http://schemas.openxmlformats.org/drawingml/2006/main" w="57150">
            <a:solidFill>
              <a:srgbClr val="A499FF"/>
            </a:solidFill>
            <a:prstDash val="solid"/>
            <a:tailEnd type="triangle" w="lg" len="lg"/>
          </a:ln>
        </p:spPr>
      </p:cxnSp>
    </p:spTree>
    <p:extLst>
      <p:ext uri="{BB962C8B-B14F-4D97-AF65-F5344CB8AC3E}">
        <p14:creationId xmlns:p14="http://schemas.microsoft.com/office/powerpoint/2010/main" val="48918720"/>
      </p:ext>
    </p:extLst>
  </p:cSld>
</p:sld>
</file>

<file path=ppt/slides/slide13.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a31b2916eb7444d"/>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E0ECC6-4831-429D-BD7D-2F82F2533A9B}"/>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4 / 9</a:t>
            </a:r>
          </a:p>
        </p:txBody>
      </p:sp>
      <p:sp>
        <p:nvSpPr>
          <p:cNvPr id="3" name="">
            <a:extLst xmlns:a="http://schemas.openxmlformats.org/drawingml/2006/main">
              <a:ext uri="{FF2B5EF4-FFF2-40B4-BE49-F238E27FC236}">
                <a16:creationId xmlns:a16="http://schemas.microsoft.com/office/drawing/2014/main" id="{00712B94-952E-4427-88ED-1C423E227E2F}"/>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Audit records the authority path</a:t>
            </a:r>
          </a:p>
        </p:txBody>
      </p:sp>
      <p:sp>
        <p:nvSpPr>
          <p:cNvPr id="4" name="">
            <a:extLst xmlns:a="http://schemas.openxmlformats.org/drawingml/2006/main">
              <a:ext uri="{FF2B5EF4-FFF2-40B4-BE49-F238E27FC236}">
                <a16:creationId xmlns:a16="http://schemas.microsoft.com/office/drawing/2014/main" id="{7D197F49-E956-459E-96FC-DC8F8FF37C8E}"/>
              </a:ext>
            </a:extLst>
          </p:cNvPr>
          <p:cNvSpPr>
            <a:spLocks xmlns:a="http://schemas.openxmlformats.org/drawingml/2006/main" noGrp="1"/>
          </p:cNvSpPr>
          <p:nvPr/>
        </p:nvSpPr>
        <p:spPr>
          <a:xfrm xmlns:a="http://schemas.openxmlformats.org/drawingml/2006/main">
            <a:off x="952500" y="4238625"/>
            <a:ext cx="428625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14C34A3D-BA97-40AE-BAB5-F2E158A74806}"/>
              </a:ext>
            </a:extLst>
          </p:cNvPr>
          <p:cNvSpPr>
            <a:spLocks xmlns:a="http://schemas.openxmlformats.org/drawingml/2006/main" noGrp="1"/>
          </p:cNvSpPr>
          <p:nvPr/>
        </p:nvSpPr>
        <p:spPr>
          <a:xfrm xmlns:a="http://schemas.openxmlformats.org/drawingml/2006/main">
            <a:off x="1219200" y="4476750"/>
            <a:ext cx="3752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Person</a:t>
            </a:r>
          </a:p>
        </p:txBody>
      </p:sp>
      <p:sp>
        <p:nvSpPr>
          <p:cNvPr id="6" name="">
            <a:extLst xmlns:a="http://schemas.openxmlformats.org/drawingml/2006/main">
              <a:ext uri="{FF2B5EF4-FFF2-40B4-BE49-F238E27FC236}">
                <a16:creationId xmlns:a16="http://schemas.microsoft.com/office/drawing/2014/main" id="{15C011AE-F319-43A0-9542-76B5D0D4A08E}"/>
              </a:ext>
            </a:extLst>
          </p:cNvPr>
          <p:cNvSpPr>
            <a:spLocks xmlns:a="http://schemas.openxmlformats.org/drawingml/2006/main" noGrp="1"/>
          </p:cNvSpPr>
          <p:nvPr/>
        </p:nvSpPr>
        <p:spPr>
          <a:xfrm xmlns:a="http://schemas.openxmlformats.org/drawingml/2006/main">
            <a:off x="7000875" y="4238625"/>
            <a:ext cx="428625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A499FF"/>
            </a:solidFill>
          </a:ln>
        </p:spPr>
      </p:sp>
      <p:sp>
        <p:nvSpPr>
          <p:cNvPr id="7" name="">
            <a:extLst xmlns:a="http://schemas.openxmlformats.org/drawingml/2006/main">
              <a:ext uri="{FF2B5EF4-FFF2-40B4-BE49-F238E27FC236}">
                <a16:creationId xmlns:a16="http://schemas.microsoft.com/office/drawing/2014/main" id="{3F547EDF-2D2A-4021-B91A-98E482477DB8}"/>
              </a:ext>
            </a:extLst>
          </p:cNvPr>
          <p:cNvSpPr>
            <a:spLocks xmlns:a="http://schemas.openxmlformats.org/drawingml/2006/main" noGrp="1"/>
          </p:cNvSpPr>
          <p:nvPr/>
        </p:nvSpPr>
        <p:spPr>
          <a:xfrm xmlns:a="http://schemas.openxmlformats.org/drawingml/2006/main">
            <a:off x="7267575" y="4476750"/>
            <a:ext cx="3752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Parent agent</a:t>
            </a:r>
          </a:p>
        </p:txBody>
      </p:sp>
      <p:sp>
        <p:nvSpPr>
          <p:cNvPr id="8" name="">
            <a:extLst xmlns:a="http://schemas.openxmlformats.org/drawingml/2006/main">
              <a:ext uri="{FF2B5EF4-FFF2-40B4-BE49-F238E27FC236}">
                <a16:creationId xmlns:a16="http://schemas.microsoft.com/office/drawing/2014/main" id="{4DDDBA79-0A00-47F3-9DA8-775A0333D8C1}"/>
              </a:ext>
            </a:extLst>
          </p:cNvPr>
          <p:cNvSpPr>
            <a:spLocks xmlns:a="http://schemas.openxmlformats.org/drawingml/2006/main" noGrp="1"/>
          </p:cNvSpPr>
          <p:nvPr/>
        </p:nvSpPr>
        <p:spPr>
          <a:xfrm xmlns:a="http://schemas.openxmlformats.org/drawingml/2006/main">
            <a:off x="13049250" y="4238625"/>
            <a:ext cx="4286250" cy="1714500"/>
          </a:xfrm>
          <a:prstGeom xmlns:a="http://schemas.openxmlformats.org/drawingml/2006/main" prst="roundRect">
            <a:avLst>
              <a:gd name="adj" fmla="val 12222"/>
            </a:avLst>
          </a:prstGeom>
          <a:solidFill xmlns:a="http://schemas.openxmlformats.org/drawingml/2006/main">
            <a:srgbClr val="22263D"/>
          </a:solidFill>
          <a:ln xmlns:a="http://schemas.openxmlformats.org/drawingml/2006/main" w="38100">
            <a:solidFill>
              <a:srgbClr val="73DCD5"/>
            </a:solidFill>
          </a:ln>
        </p:spPr>
      </p:sp>
      <p:sp>
        <p:nvSpPr>
          <p:cNvPr id="9" name="">
            <a:extLst xmlns:a="http://schemas.openxmlformats.org/drawingml/2006/main">
              <a:ext uri="{FF2B5EF4-FFF2-40B4-BE49-F238E27FC236}">
                <a16:creationId xmlns:a16="http://schemas.microsoft.com/office/drawing/2014/main" id="{74EA3B18-B8AF-4A0A-B3F5-108E73E6D1F3}"/>
              </a:ext>
            </a:extLst>
          </p:cNvPr>
          <p:cNvSpPr>
            <a:spLocks xmlns:a="http://schemas.openxmlformats.org/drawingml/2006/main" noGrp="1"/>
          </p:cNvSpPr>
          <p:nvPr/>
        </p:nvSpPr>
        <p:spPr>
          <a:xfrm xmlns:a="http://schemas.openxmlformats.org/drawingml/2006/main">
            <a:off x="13315950" y="4476750"/>
            <a:ext cx="3752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Child agent</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5238750" y="5095875"/>
            <a:ext cx="176212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287125" y="5095875"/>
            <a:ext cx="176212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8814B606-F434-43A7-827A-75A127C93E75}"/>
              </a:ext>
            </a:extLst>
          </p:cNvPr>
          <p:cNvSpPr>
            <a:spLocks xmlns:a="http://schemas.openxmlformats.org/drawingml/2006/main" noGrp="1"/>
          </p:cNvSpPr>
          <p:nvPr/>
        </p:nvSpPr>
        <p:spPr>
          <a:xfrm xmlns:a="http://schemas.openxmlformats.org/drawingml/2006/main">
            <a:off x="1047750" y="6953250"/>
            <a:ext cx="1609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73DCD5"/>
                </a:solidFill>
                <a:latin typeface="Segoe UI"/>
                <a:ea typeface="Segoe UI"/>
                <a:cs typeface="Segoe UI"/>
              </a:defRPr>
            </a:pPr>
            <a:r>
              <a:rPr sz="5063" b="1">
                <a:solidFill>
                  <a:srgbClr val="73DCD5"/>
                </a:solidFill>
                <a:latin typeface="Segoe UI"/>
                <a:ea typeface="Segoe UI"/>
                <a:cs typeface="Segoe UI"/>
              </a:rPr>
              <a:t>Who authorized each step?</a:t>
            </a:r>
          </a:p>
        </p:txBody>
      </p:sp>
    </p:spTree>
    <p:extLst>
      <p:ext uri="{BB962C8B-B14F-4D97-AF65-F5344CB8AC3E}">
        <p14:creationId xmlns:p14="http://schemas.microsoft.com/office/powerpoint/2010/main" val="874491019"/>
      </p:ext>
    </p:extLst>
  </p:cSld>
</p:sld>
</file>

<file path=ppt/slides/slide14.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345f79b6370440b"/>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93892B-3902-44F7-9ADA-C9598E574F50}"/>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5 / 9</a:t>
            </a:r>
          </a:p>
        </p:txBody>
      </p:sp>
      <p:sp>
        <p:nvSpPr>
          <p:cNvPr id="3" name="">
            <a:extLst xmlns:a="http://schemas.openxmlformats.org/drawingml/2006/main">
              <a:ext uri="{FF2B5EF4-FFF2-40B4-BE49-F238E27FC236}">
                <a16:creationId xmlns:a16="http://schemas.microsoft.com/office/drawing/2014/main" id="{FA31D541-5E56-4DE3-8A8B-617640318F58}"/>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Useful agents need useful interfaces</a:t>
            </a:r>
          </a:p>
        </p:txBody>
      </p:sp>
      <p:sp>
        <p:nvSpPr>
          <p:cNvPr id="4" name="">
            <a:extLst xmlns:a="http://schemas.openxmlformats.org/drawingml/2006/main">
              <a:ext uri="{FF2B5EF4-FFF2-40B4-BE49-F238E27FC236}">
                <a16:creationId xmlns:a16="http://schemas.microsoft.com/office/drawing/2014/main" id="{753104AE-DE5B-46C2-A242-3C2C81F48C02}"/>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D8C93E8B-3528-4B01-AF37-8BA2D5665490}"/>
              </a:ext>
            </a:extLst>
          </p:cNvPr>
          <p:cNvSpPr>
            <a:spLocks xmlns:a="http://schemas.openxmlformats.org/drawingml/2006/main" noGrp="1"/>
          </p:cNvSpPr>
          <p:nvPr/>
        </p:nvSpPr>
        <p:spPr>
          <a:xfrm xmlns:a="http://schemas.openxmlformats.org/drawingml/2006/main">
            <a:off x="9525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Proposal</a:t>
            </a:r>
          </a:p>
        </p:txBody>
      </p:sp>
      <p:sp>
        <p:nvSpPr>
          <p:cNvPr id="6" name="">
            <a:extLst xmlns:a="http://schemas.openxmlformats.org/drawingml/2006/main">
              <a:ext uri="{FF2B5EF4-FFF2-40B4-BE49-F238E27FC236}">
                <a16:creationId xmlns:a16="http://schemas.microsoft.com/office/drawing/2014/main" id="{F4CC1546-7B7A-4860-937A-F00FCD37C828}"/>
              </a:ext>
            </a:extLst>
          </p:cNvPr>
          <p:cNvSpPr>
            <a:spLocks xmlns:a="http://schemas.openxmlformats.org/drawingml/2006/main" noGrp="1"/>
          </p:cNvSpPr>
          <p:nvPr/>
        </p:nvSpPr>
        <p:spPr>
          <a:xfrm xmlns:a="http://schemas.openxmlformats.org/drawingml/2006/main">
            <a:off x="7191375" y="3238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Code checks</a:t>
            </a:r>
          </a:p>
        </p:txBody>
      </p:sp>
      <p:sp>
        <p:nvSpPr>
          <p:cNvPr id="7" name="">
            <a:extLst xmlns:a="http://schemas.openxmlformats.org/drawingml/2006/main">
              <a:ext uri="{FF2B5EF4-FFF2-40B4-BE49-F238E27FC236}">
                <a16:creationId xmlns:a16="http://schemas.microsoft.com/office/drawing/2014/main" id="{1E48A729-8670-4EB7-BC43-DF2BFC18235C}"/>
              </a:ext>
            </a:extLst>
          </p:cNvPr>
          <p:cNvSpPr>
            <a:spLocks xmlns:a="http://schemas.openxmlformats.org/drawingml/2006/main" noGrp="1"/>
          </p:cNvSpPr>
          <p:nvPr/>
        </p:nvSpPr>
        <p:spPr>
          <a:xfrm xmlns:a="http://schemas.openxmlformats.org/drawingml/2006/main">
            <a:off x="133350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Rendered UI</a:t>
            </a:r>
          </a:p>
        </p:txBody>
      </p:sp>
      <p:sp>
        <p:nvSpPr>
          <p:cNvPr id="8" name="">
            <a:extLst xmlns:a="http://schemas.openxmlformats.org/drawingml/2006/main">
              <a:ext uri="{FF2B5EF4-FFF2-40B4-BE49-F238E27FC236}">
                <a16:creationId xmlns:a16="http://schemas.microsoft.com/office/drawing/2014/main" id="{85BAB84D-F322-4A1C-9473-7A6221320674}"/>
              </a:ext>
            </a:extLst>
          </p:cNvPr>
          <p:cNvSpPr>
            <a:spLocks xmlns:a="http://schemas.openxmlformats.org/drawingml/2006/main" noGrp="1"/>
          </p:cNvSpPr>
          <p:nvPr/>
        </p:nvSpPr>
        <p:spPr>
          <a:xfrm xmlns:a="http://schemas.openxmlformats.org/drawingml/2006/main">
            <a:off x="952500" y="4381500"/>
            <a:ext cx="4476750" cy="3333750"/>
          </a:xfrm>
          <a:prstGeom xmlns:a="http://schemas.openxmlformats.org/drawingml/2006/main" prst="roundRect">
            <a:avLst>
              <a:gd name="adj" fmla="val 6286"/>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70A9931C-30D2-47F5-AC3A-BC6EE53951ED}"/>
              </a:ext>
            </a:extLst>
          </p:cNvPr>
          <p:cNvSpPr>
            <a:spLocks xmlns:a="http://schemas.openxmlformats.org/drawingml/2006/main" noGrp="1"/>
          </p:cNvSpPr>
          <p:nvPr/>
        </p:nvSpPr>
        <p:spPr>
          <a:xfrm xmlns:a="http://schemas.openxmlformats.org/drawingml/2006/main">
            <a:off x="1190625"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A499FF"/>
                </a:solidFill>
                <a:latin typeface="Segoe UI"/>
                <a:ea typeface="Segoe UI"/>
                <a:cs typeface="Segoe UI"/>
              </a:defRPr>
            </a:pPr>
            <a:r>
              <a:rPr sz="3825" b="0">
                <a:solidFill>
                  <a:srgbClr val="A499FF"/>
                </a:solidFill>
                <a:latin typeface="Segoe UI"/>
                <a:ea typeface="Segoe UI"/>
                <a:cs typeface="Segoe UI"/>
              </a:rPr>
              <a:t>container</a:t>
            </a:r>
          </a:p>
        </p:txBody>
      </p:sp>
      <p:sp>
        <p:nvSpPr>
          <p:cNvPr id="10" name="">
            <a:extLst xmlns:a="http://schemas.openxmlformats.org/drawingml/2006/main">
              <a:ext uri="{FF2B5EF4-FFF2-40B4-BE49-F238E27FC236}">
                <a16:creationId xmlns:a16="http://schemas.microsoft.com/office/drawing/2014/main" id="{B3449FBC-4CD4-4171-87B2-04771F8D4E71}"/>
              </a:ext>
            </a:extLst>
          </p:cNvPr>
          <p:cNvSpPr>
            <a:spLocks xmlns:a="http://schemas.openxmlformats.org/drawingml/2006/main" noGrp="1"/>
          </p:cNvSpPr>
          <p:nvPr/>
        </p:nvSpPr>
        <p:spPr>
          <a:xfrm xmlns:a="http://schemas.openxmlformats.org/drawingml/2006/main">
            <a:off x="1238250" y="5581650"/>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A summary</a:t>
            </a:r>
          </a:p>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form</a:t>
            </a:r>
          </a:p>
        </p:txBody>
      </p:sp>
      <p:sp>
        <p:nvSpPr>
          <p:cNvPr id="11" name="">
            <a:extLst xmlns:a="http://schemas.openxmlformats.org/drawingml/2006/main">
              <a:ext uri="{FF2B5EF4-FFF2-40B4-BE49-F238E27FC236}">
                <a16:creationId xmlns:a16="http://schemas.microsoft.com/office/drawing/2014/main" id="{EA94E63F-887D-4B66-8FD7-D8930CB958E1}"/>
              </a:ext>
            </a:extLst>
          </p:cNvPr>
          <p:cNvSpPr>
            <a:spLocks xmlns:a="http://schemas.openxmlformats.org/drawingml/2006/main" noGrp="1"/>
          </p:cNvSpPr>
          <p:nvPr/>
        </p:nvSpPr>
        <p:spPr>
          <a:xfrm xmlns:a="http://schemas.openxmlformats.org/drawingml/2006/main">
            <a:off x="7096125" y="4381500"/>
            <a:ext cx="4619625"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59617F"/>
            </a:solidFill>
          </a:ln>
        </p:spPr>
      </p:sp>
      <p:sp>
        <p:nvSpPr>
          <p:cNvPr id="12" name="">
            <a:extLst xmlns:a="http://schemas.openxmlformats.org/drawingml/2006/main">
              <a:ext uri="{FF2B5EF4-FFF2-40B4-BE49-F238E27FC236}">
                <a16:creationId xmlns:a16="http://schemas.microsoft.com/office/drawing/2014/main" id="{7ABAE819-1B8C-4107-8909-21F7E0FD0EBC}"/>
              </a:ext>
            </a:extLst>
          </p:cNvPr>
          <p:cNvSpPr>
            <a:spLocks xmlns:a="http://schemas.openxmlformats.org/drawingml/2006/main" noGrp="1"/>
          </p:cNvSpPr>
          <p:nvPr/>
        </p:nvSpPr>
        <p:spPr>
          <a:xfrm xmlns:a="http://schemas.openxmlformats.org/drawingml/2006/main">
            <a:off x="7267575" y="4524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Types</a:t>
            </a:r>
          </a:p>
        </p:txBody>
      </p:sp>
      <p:sp>
        <p:nvSpPr>
          <p:cNvPr id="13" name="">
            <a:extLst xmlns:a="http://schemas.openxmlformats.org/drawingml/2006/main">
              <a:ext uri="{FF2B5EF4-FFF2-40B4-BE49-F238E27FC236}">
                <a16:creationId xmlns:a16="http://schemas.microsoft.com/office/drawing/2014/main" id="{0CAE6164-2943-4779-867B-BE210FF50CF2}"/>
              </a:ext>
            </a:extLst>
          </p:cNvPr>
          <p:cNvSpPr>
            <a:spLocks xmlns:a="http://schemas.openxmlformats.org/drawingml/2006/main" noGrp="1"/>
          </p:cNvSpPr>
          <p:nvPr/>
        </p:nvSpPr>
        <p:spPr>
          <a:xfrm xmlns:a="http://schemas.openxmlformats.org/drawingml/2006/main">
            <a:off x="7267575" y="52959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References</a:t>
            </a:r>
          </a:p>
        </p:txBody>
      </p:sp>
      <p:sp>
        <p:nvSpPr>
          <p:cNvPr id="14" name="">
            <a:extLst xmlns:a="http://schemas.openxmlformats.org/drawingml/2006/main">
              <a:ext uri="{FF2B5EF4-FFF2-40B4-BE49-F238E27FC236}">
                <a16:creationId xmlns:a16="http://schemas.microsoft.com/office/drawing/2014/main" id="{05EFBA64-C1CC-4C98-B20F-3BA0D8AE1375}"/>
              </a:ext>
            </a:extLst>
          </p:cNvPr>
          <p:cNvSpPr>
            <a:spLocks xmlns:a="http://schemas.openxmlformats.org/drawingml/2006/main" noGrp="1"/>
          </p:cNvSpPr>
          <p:nvPr/>
        </p:nvSpPr>
        <p:spPr>
          <a:xfrm xmlns:a="http://schemas.openxmlformats.org/drawingml/2006/main">
            <a:off x="7267575" y="60674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Layout bounds</a:t>
            </a:r>
          </a:p>
        </p:txBody>
      </p:sp>
      <p:sp>
        <p:nvSpPr>
          <p:cNvPr id="15" name="">
            <a:extLst xmlns:a="http://schemas.openxmlformats.org/drawingml/2006/main">
              <a:ext uri="{FF2B5EF4-FFF2-40B4-BE49-F238E27FC236}">
                <a16:creationId xmlns:a16="http://schemas.microsoft.com/office/drawing/2014/main" id="{F564FFA5-B362-4489-B103-1BC2CEB8004D}"/>
              </a:ext>
            </a:extLst>
          </p:cNvPr>
          <p:cNvSpPr>
            <a:spLocks xmlns:a="http://schemas.openxmlformats.org/drawingml/2006/main" noGrp="1"/>
          </p:cNvSpPr>
          <p:nvPr/>
        </p:nvSpPr>
        <p:spPr>
          <a:xfrm xmlns:a="http://schemas.openxmlformats.org/drawingml/2006/main">
            <a:off x="7267575" y="68389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Escaped text</a:t>
            </a:r>
          </a:p>
        </p:txBody>
      </p:sp>
      <p:sp>
        <p:nvSpPr>
          <p:cNvPr id="16" name="">
            <a:extLst xmlns:a="http://schemas.openxmlformats.org/drawingml/2006/main">
              <a:ext uri="{FF2B5EF4-FFF2-40B4-BE49-F238E27FC236}">
                <a16:creationId xmlns:a16="http://schemas.microsoft.com/office/drawing/2014/main" id="{5144AFC3-D9C9-47AC-8701-93AB7EBFE0FC}"/>
              </a:ext>
            </a:extLst>
          </p:cNvPr>
          <p:cNvSpPr>
            <a:spLocks xmlns:a="http://schemas.openxmlformats.org/drawingml/2006/main" noGrp="1"/>
          </p:cNvSpPr>
          <p:nvPr/>
        </p:nvSpPr>
        <p:spPr>
          <a:xfrm xmlns:a="http://schemas.openxmlformats.org/drawingml/2006/main">
            <a:off x="13430250" y="4381500"/>
            <a:ext cx="3905250"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59617F"/>
            </a:solidFill>
          </a:ln>
        </p:spPr>
      </p:sp>
      <p:cxnSp>
        <p:nvCxnSpPr>
          <p:cNvPr id="35" name=""/>
          <p:cNvCxnSpPr>
            <a:stCxn xmlns:a="http://schemas.openxmlformats.org/drawingml/2006/main" id="8" idx="3"/>
            <a:endCxn xmlns:a="http://schemas.openxmlformats.org/drawingml/2006/main" id="11" idx="1"/>
          </p:cNvCxnSpPr>
          <p:nvPr/>
        </p:nvCxnSpPr>
        <p:spPr>
          <a:xfrm xmlns:a="http://schemas.openxmlformats.org/drawingml/2006/main">
            <a:off x="5429250" y="6048375"/>
            <a:ext cx="1666875"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cxnSp>
        <p:nvCxnSpPr>
          <p:cNvPr id="36" name=""/>
          <p:cNvCxnSpPr>
            <a:stCxn xmlns:a="http://schemas.openxmlformats.org/drawingml/2006/main" id="11" idx="3"/>
            <a:endCxn xmlns:a="http://schemas.openxmlformats.org/drawingml/2006/main" id="16" idx="1"/>
          </p:cNvCxnSpPr>
          <p:nvPr/>
        </p:nvCxnSpPr>
        <p:spPr>
          <a:xfrm xmlns:a="http://schemas.openxmlformats.org/drawingml/2006/main">
            <a:off x="11715750" y="6048375"/>
            <a:ext cx="1714500"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Tree>
    <p:extLst>
      <p:ext uri="{BB962C8B-B14F-4D97-AF65-F5344CB8AC3E}">
        <p14:creationId xmlns:p14="http://schemas.microsoft.com/office/powerpoint/2010/main" val="673500221"/>
      </p:ext>
    </p:extLst>
  </p:cSld>
</p:sld>
</file>

<file path=ppt/slides/slide15.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3688c541a98405f"/>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806A2A-419B-4B10-B8EF-DD36C0CCDF08}"/>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5 / 9</a:t>
            </a:r>
          </a:p>
        </p:txBody>
      </p:sp>
      <p:sp>
        <p:nvSpPr>
          <p:cNvPr id="3" name="">
            <a:extLst xmlns:a="http://schemas.openxmlformats.org/drawingml/2006/main">
              <a:ext uri="{FF2B5EF4-FFF2-40B4-BE49-F238E27FC236}">
                <a16:creationId xmlns:a16="http://schemas.microsoft.com/office/drawing/2014/main" id="{C878E619-D573-496F-875D-A851F7257BD4}"/>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The model proposes primitive structure</a:t>
            </a:r>
          </a:p>
        </p:txBody>
      </p:sp>
      <p:sp>
        <p:nvSpPr>
          <p:cNvPr id="4" name="">
            <a:extLst xmlns:a="http://schemas.openxmlformats.org/drawingml/2006/main">
              <a:ext uri="{FF2B5EF4-FFF2-40B4-BE49-F238E27FC236}">
                <a16:creationId xmlns:a16="http://schemas.microsoft.com/office/drawing/2014/main" id="{2D223613-C5F3-485A-BE72-FD79B83294D4}"/>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5A9F605A-8ED1-49A9-B12F-7F4163EC2CB9}"/>
              </a:ext>
            </a:extLst>
          </p:cNvPr>
          <p:cNvSpPr>
            <a:spLocks xmlns:a="http://schemas.openxmlformats.org/drawingml/2006/main" noGrp="1"/>
          </p:cNvSpPr>
          <p:nvPr/>
        </p:nvSpPr>
        <p:spPr>
          <a:xfrm xmlns:a="http://schemas.openxmlformats.org/drawingml/2006/main">
            <a:off x="9525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Proposal</a:t>
            </a:r>
          </a:p>
        </p:txBody>
      </p:sp>
      <p:sp>
        <p:nvSpPr>
          <p:cNvPr id="6" name="">
            <a:extLst xmlns:a="http://schemas.openxmlformats.org/drawingml/2006/main">
              <a:ext uri="{FF2B5EF4-FFF2-40B4-BE49-F238E27FC236}">
                <a16:creationId xmlns:a16="http://schemas.microsoft.com/office/drawing/2014/main" id="{AAA61B7D-528C-4918-8C97-D8D7BF274FAB}"/>
              </a:ext>
            </a:extLst>
          </p:cNvPr>
          <p:cNvSpPr>
            <a:spLocks xmlns:a="http://schemas.openxmlformats.org/drawingml/2006/main" noGrp="1"/>
          </p:cNvSpPr>
          <p:nvPr/>
        </p:nvSpPr>
        <p:spPr>
          <a:xfrm xmlns:a="http://schemas.openxmlformats.org/drawingml/2006/main">
            <a:off x="7191375" y="3238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Code checks</a:t>
            </a:r>
          </a:p>
        </p:txBody>
      </p:sp>
      <p:sp>
        <p:nvSpPr>
          <p:cNvPr id="7" name="">
            <a:extLst xmlns:a="http://schemas.openxmlformats.org/drawingml/2006/main">
              <a:ext uri="{FF2B5EF4-FFF2-40B4-BE49-F238E27FC236}">
                <a16:creationId xmlns:a16="http://schemas.microsoft.com/office/drawing/2014/main" id="{FE34C737-DAB4-4B96-8941-BE58FC03659E}"/>
              </a:ext>
            </a:extLst>
          </p:cNvPr>
          <p:cNvSpPr>
            <a:spLocks xmlns:a="http://schemas.openxmlformats.org/drawingml/2006/main" noGrp="1"/>
          </p:cNvSpPr>
          <p:nvPr/>
        </p:nvSpPr>
        <p:spPr>
          <a:xfrm xmlns:a="http://schemas.openxmlformats.org/drawingml/2006/main">
            <a:off x="133350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Rendered UI</a:t>
            </a:r>
          </a:p>
        </p:txBody>
      </p:sp>
      <p:sp>
        <p:nvSpPr>
          <p:cNvPr id="8" name="">
            <a:extLst xmlns:a="http://schemas.openxmlformats.org/drawingml/2006/main">
              <a:ext uri="{FF2B5EF4-FFF2-40B4-BE49-F238E27FC236}">
                <a16:creationId xmlns:a16="http://schemas.microsoft.com/office/drawing/2014/main" id="{58D255EC-2E94-4902-984E-75097789EE2A}"/>
              </a:ext>
            </a:extLst>
          </p:cNvPr>
          <p:cNvSpPr>
            <a:spLocks xmlns:a="http://schemas.openxmlformats.org/drawingml/2006/main" noGrp="1"/>
          </p:cNvSpPr>
          <p:nvPr/>
        </p:nvSpPr>
        <p:spPr>
          <a:xfrm xmlns:a="http://schemas.openxmlformats.org/drawingml/2006/main">
            <a:off x="952500" y="4381500"/>
            <a:ext cx="4476750" cy="3333750"/>
          </a:xfrm>
          <a:prstGeom xmlns:a="http://schemas.openxmlformats.org/drawingml/2006/main" prst="roundRect">
            <a:avLst>
              <a:gd name="adj" fmla="val 6286"/>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38BCFEDC-867A-4157-A571-6A433863D994}"/>
              </a:ext>
            </a:extLst>
          </p:cNvPr>
          <p:cNvSpPr>
            <a:spLocks xmlns:a="http://schemas.openxmlformats.org/drawingml/2006/main" noGrp="1"/>
          </p:cNvSpPr>
          <p:nvPr/>
        </p:nvSpPr>
        <p:spPr>
          <a:xfrm xmlns:a="http://schemas.openxmlformats.org/drawingml/2006/main">
            <a:off x="1190625"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A499FF"/>
                </a:solidFill>
                <a:latin typeface="Segoe UI"/>
                <a:ea typeface="Segoe UI"/>
                <a:cs typeface="Segoe UI"/>
              </a:defRPr>
            </a:pPr>
            <a:r>
              <a:rPr sz="3825" b="0">
                <a:solidFill>
                  <a:srgbClr val="A499FF"/>
                </a:solidFill>
                <a:latin typeface="Segoe UI"/>
                <a:ea typeface="Segoe UI"/>
                <a:cs typeface="Segoe UI"/>
              </a:rPr>
              <a:t>container</a:t>
            </a:r>
          </a:p>
        </p:txBody>
      </p:sp>
      <p:sp>
        <p:nvSpPr>
          <p:cNvPr id="10" name="">
            <a:extLst xmlns:a="http://schemas.openxmlformats.org/drawingml/2006/main">
              <a:ext uri="{FF2B5EF4-FFF2-40B4-BE49-F238E27FC236}">
                <a16:creationId xmlns:a16="http://schemas.microsoft.com/office/drawing/2014/main" id="{BEDE6FD1-3E68-4D02-902C-F8F0184F1F59}"/>
              </a:ext>
            </a:extLst>
          </p:cNvPr>
          <p:cNvSpPr>
            <a:spLocks xmlns:a="http://schemas.openxmlformats.org/drawingml/2006/main" noGrp="1"/>
          </p:cNvSpPr>
          <p:nvPr/>
        </p:nvSpPr>
        <p:spPr>
          <a:xfrm xmlns:a="http://schemas.openxmlformats.org/drawingml/2006/main">
            <a:off x="1428750" y="55721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input</a:t>
            </a:r>
          </a:p>
        </p:txBody>
      </p:sp>
      <p:sp>
        <p:nvSpPr>
          <p:cNvPr id="11" name="">
            <a:extLst xmlns:a="http://schemas.openxmlformats.org/drawingml/2006/main">
              <a:ext uri="{FF2B5EF4-FFF2-40B4-BE49-F238E27FC236}">
                <a16:creationId xmlns:a16="http://schemas.microsoft.com/office/drawing/2014/main" id="{87DE48BF-220B-4CAF-A472-128F7A58C735}"/>
              </a:ext>
            </a:extLst>
          </p:cNvPr>
          <p:cNvSpPr>
            <a:spLocks xmlns:a="http://schemas.openxmlformats.org/drawingml/2006/main" noGrp="1"/>
          </p:cNvSpPr>
          <p:nvPr/>
        </p:nvSpPr>
        <p:spPr>
          <a:xfrm xmlns:a="http://schemas.openxmlformats.org/drawingml/2006/main">
            <a:off x="1428750" y="66389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button</a:t>
            </a:r>
          </a:p>
        </p:txBody>
      </p:sp>
      <p:sp>
        <p:nvSpPr>
          <p:cNvPr id="12" name="">
            <a:extLst xmlns:a="http://schemas.openxmlformats.org/drawingml/2006/main">
              <a:ext uri="{FF2B5EF4-FFF2-40B4-BE49-F238E27FC236}">
                <a16:creationId xmlns:a16="http://schemas.microsoft.com/office/drawing/2014/main" id="{91B1434B-70A8-4AAF-865E-596AC7138ADF}"/>
              </a:ext>
            </a:extLst>
          </p:cNvPr>
          <p:cNvSpPr>
            <a:spLocks xmlns:a="http://schemas.openxmlformats.org/drawingml/2006/main" noGrp="1"/>
          </p:cNvSpPr>
          <p:nvPr/>
        </p:nvSpPr>
        <p:spPr>
          <a:xfrm xmlns:a="http://schemas.openxmlformats.org/drawingml/2006/main">
            <a:off x="7096125" y="4381500"/>
            <a:ext cx="4619625"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59617F"/>
            </a:solidFill>
          </a:ln>
        </p:spPr>
      </p:sp>
      <p:sp>
        <p:nvSpPr>
          <p:cNvPr id="13" name="">
            <a:extLst xmlns:a="http://schemas.openxmlformats.org/drawingml/2006/main">
              <a:ext uri="{FF2B5EF4-FFF2-40B4-BE49-F238E27FC236}">
                <a16:creationId xmlns:a16="http://schemas.microsoft.com/office/drawing/2014/main" id="{EF3219A7-3869-4209-80FE-130CF103B7C2}"/>
              </a:ext>
            </a:extLst>
          </p:cNvPr>
          <p:cNvSpPr>
            <a:spLocks xmlns:a="http://schemas.openxmlformats.org/drawingml/2006/main" noGrp="1"/>
          </p:cNvSpPr>
          <p:nvPr/>
        </p:nvSpPr>
        <p:spPr>
          <a:xfrm xmlns:a="http://schemas.openxmlformats.org/drawingml/2006/main">
            <a:off x="7267575" y="4524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Types</a:t>
            </a:r>
          </a:p>
        </p:txBody>
      </p:sp>
      <p:sp>
        <p:nvSpPr>
          <p:cNvPr id="14" name="">
            <a:extLst xmlns:a="http://schemas.openxmlformats.org/drawingml/2006/main">
              <a:ext uri="{FF2B5EF4-FFF2-40B4-BE49-F238E27FC236}">
                <a16:creationId xmlns:a16="http://schemas.microsoft.com/office/drawing/2014/main" id="{AB3B13BF-D7F4-4585-B55E-D76F1000E279}"/>
              </a:ext>
            </a:extLst>
          </p:cNvPr>
          <p:cNvSpPr>
            <a:spLocks xmlns:a="http://schemas.openxmlformats.org/drawingml/2006/main" noGrp="1"/>
          </p:cNvSpPr>
          <p:nvPr/>
        </p:nvSpPr>
        <p:spPr>
          <a:xfrm xmlns:a="http://schemas.openxmlformats.org/drawingml/2006/main">
            <a:off x="7267575" y="52959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References</a:t>
            </a:r>
          </a:p>
        </p:txBody>
      </p:sp>
      <p:sp>
        <p:nvSpPr>
          <p:cNvPr id="15" name="">
            <a:extLst xmlns:a="http://schemas.openxmlformats.org/drawingml/2006/main">
              <a:ext uri="{FF2B5EF4-FFF2-40B4-BE49-F238E27FC236}">
                <a16:creationId xmlns:a16="http://schemas.microsoft.com/office/drawing/2014/main" id="{DE319A5C-9ED5-47E3-87B6-84B7C98961E9}"/>
              </a:ext>
            </a:extLst>
          </p:cNvPr>
          <p:cNvSpPr>
            <a:spLocks xmlns:a="http://schemas.openxmlformats.org/drawingml/2006/main" noGrp="1"/>
          </p:cNvSpPr>
          <p:nvPr/>
        </p:nvSpPr>
        <p:spPr>
          <a:xfrm xmlns:a="http://schemas.openxmlformats.org/drawingml/2006/main">
            <a:off x="7267575" y="60674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Layout bounds</a:t>
            </a:r>
          </a:p>
        </p:txBody>
      </p:sp>
      <p:sp>
        <p:nvSpPr>
          <p:cNvPr id="16" name="">
            <a:extLst xmlns:a="http://schemas.openxmlformats.org/drawingml/2006/main">
              <a:ext uri="{FF2B5EF4-FFF2-40B4-BE49-F238E27FC236}">
                <a16:creationId xmlns:a16="http://schemas.microsoft.com/office/drawing/2014/main" id="{508FF0B7-6E3D-49C7-AE50-E5776BAB7FFE}"/>
              </a:ext>
            </a:extLst>
          </p:cNvPr>
          <p:cNvSpPr>
            <a:spLocks xmlns:a="http://schemas.openxmlformats.org/drawingml/2006/main" noGrp="1"/>
          </p:cNvSpPr>
          <p:nvPr/>
        </p:nvSpPr>
        <p:spPr>
          <a:xfrm xmlns:a="http://schemas.openxmlformats.org/drawingml/2006/main">
            <a:off x="7267575" y="68389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59617F"/>
                </a:solidFill>
                <a:latin typeface="Segoe UI"/>
                <a:ea typeface="Segoe UI"/>
                <a:cs typeface="Segoe UI"/>
              </a:defRPr>
            </a:pPr>
            <a:r>
              <a:rPr sz="3150" b="0">
                <a:solidFill>
                  <a:srgbClr val="59617F"/>
                </a:solidFill>
                <a:latin typeface="Segoe UI"/>
                <a:ea typeface="Segoe UI"/>
                <a:cs typeface="Segoe UI"/>
              </a:rPr>
              <a:t>· Escaped text</a:t>
            </a:r>
          </a:p>
        </p:txBody>
      </p:sp>
      <p:sp>
        <p:nvSpPr>
          <p:cNvPr id="17" name="">
            <a:extLst xmlns:a="http://schemas.openxmlformats.org/drawingml/2006/main">
              <a:ext uri="{FF2B5EF4-FFF2-40B4-BE49-F238E27FC236}">
                <a16:creationId xmlns:a16="http://schemas.microsoft.com/office/drawing/2014/main" id="{91220428-9AB0-4DD6-9264-42E856F1442E}"/>
              </a:ext>
            </a:extLst>
          </p:cNvPr>
          <p:cNvSpPr>
            <a:spLocks xmlns:a="http://schemas.openxmlformats.org/drawingml/2006/main" noGrp="1"/>
          </p:cNvSpPr>
          <p:nvPr/>
        </p:nvSpPr>
        <p:spPr>
          <a:xfrm xmlns:a="http://schemas.openxmlformats.org/drawingml/2006/main">
            <a:off x="13430250" y="4381500"/>
            <a:ext cx="3905250"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59617F"/>
            </a:solidFill>
          </a:ln>
        </p:spPr>
      </p:sp>
      <p:cxnSp>
        <p:nvCxnSpPr>
          <p:cNvPr id="37" name=""/>
          <p:cNvCxnSpPr>
            <a:stCxn xmlns:a="http://schemas.openxmlformats.org/drawingml/2006/main" id="8" idx="3"/>
            <a:endCxn xmlns:a="http://schemas.openxmlformats.org/drawingml/2006/main" id="12" idx="1"/>
          </p:cNvCxnSpPr>
          <p:nvPr/>
        </p:nvCxnSpPr>
        <p:spPr>
          <a:xfrm xmlns:a="http://schemas.openxmlformats.org/drawingml/2006/main">
            <a:off x="5429250" y="6048375"/>
            <a:ext cx="1666875"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cxnSp>
        <p:nvCxnSpPr>
          <p:cNvPr id="38" name=""/>
          <p:cNvCxnSpPr>
            <a:stCxn xmlns:a="http://schemas.openxmlformats.org/drawingml/2006/main" id="12" idx="3"/>
            <a:endCxn xmlns:a="http://schemas.openxmlformats.org/drawingml/2006/main" id="17" idx="1"/>
          </p:cNvCxnSpPr>
          <p:nvPr/>
        </p:nvCxnSpPr>
        <p:spPr>
          <a:xfrm xmlns:a="http://schemas.openxmlformats.org/drawingml/2006/main">
            <a:off x="11715750" y="6048375"/>
            <a:ext cx="1714500"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Tree>
    <p:extLst>
      <p:ext uri="{BB962C8B-B14F-4D97-AF65-F5344CB8AC3E}">
        <p14:creationId xmlns:p14="http://schemas.microsoft.com/office/powerpoint/2010/main" val="714011501"/>
      </p:ext>
    </p:extLst>
  </p:cSld>
</p:sld>
</file>

<file path=ppt/slides/slide16.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917f982b6414df0"/>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7F8F30-8B9B-49F0-AE70-60D08DA121D5}"/>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5 / 9</a:t>
            </a:r>
          </a:p>
        </p:txBody>
      </p:sp>
      <p:sp>
        <p:nvSpPr>
          <p:cNvPr id="3" name="">
            <a:extLst xmlns:a="http://schemas.openxmlformats.org/drawingml/2006/main">
              <a:ext uri="{FF2B5EF4-FFF2-40B4-BE49-F238E27FC236}">
                <a16:creationId xmlns:a16="http://schemas.microsoft.com/office/drawing/2014/main" id="{BC779391-9C0E-4D89-81A4-33F1F1578F19}"/>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Code validates the proposal</a:t>
            </a:r>
          </a:p>
        </p:txBody>
      </p:sp>
      <p:sp>
        <p:nvSpPr>
          <p:cNvPr id="4" name="">
            <a:extLst xmlns:a="http://schemas.openxmlformats.org/drawingml/2006/main">
              <a:ext uri="{FF2B5EF4-FFF2-40B4-BE49-F238E27FC236}">
                <a16:creationId xmlns:a16="http://schemas.microsoft.com/office/drawing/2014/main" id="{17D89C8E-89D7-4C49-958E-E5B3F9B9A6D9}"/>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CD7943A1-79D7-4D85-B1C5-75FDFC766720}"/>
              </a:ext>
            </a:extLst>
          </p:cNvPr>
          <p:cNvSpPr>
            <a:spLocks xmlns:a="http://schemas.openxmlformats.org/drawingml/2006/main" noGrp="1"/>
          </p:cNvSpPr>
          <p:nvPr/>
        </p:nvSpPr>
        <p:spPr>
          <a:xfrm xmlns:a="http://schemas.openxmlformats.org/drawingml/2006/main">
            <a:off x="9525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Proposal</a:t>
            </a:r>
          </a:p>
        </p:txBody>
      </p:sp>
      <p:sp>
        <p:nvSpPr>
          <p:cNvPr id="6" name="">
            <a:extLst xmlns:a="http://schemas.openxmlformats.org/drawingml/2006/main">
              <a:ext uri="{FF2B5EF4-FFF2-40B4-BE49-F238E27FC236}">
                <a16:creationId xmlns:a16="http://schemas.microsoft.com/office/drawing/2014/main" id="{C5EAE6E2-B4E0-41A2-9152-6F5B83022DF8}"/>
              </a:ext>
            </a:extLst>
          </p:cNvPr>
          <p:cNvSpPr>
            <a:spLocks xmlns:a="http://schemas.openxmlformats.org/drawingml/2006/main" noGrp="1"/>
          </p:cNvSpPr>
          <p:nvPr/>
        </p:nvSpPr>
        <p:spPr>
          <a:xfrm xmlns:a="http://schemas.openxmlformats.org/drawingml/2006/main">
            <a:off x="7191375" y="3238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Code checks</a:t>
            </a:r>
          </a:p>
        </p:txBody>
      </p:sp>
      <p:sp>
        <p:nvSpPr>
          <p:cNvPr id="7" name="">
            <a:extLst xmlns:a="http://schemas.openxmlformats.org/drawingml/2006/main">
              <a:ext uri="{FF2B5EF4-FFF2-40B4-BE49-F238E27FC236}">
                <a16:creationId xmlns:a16="http://schemas.microsoft.com/office/drawing/2014/main" id="{6C6A44B1-F0DC-4558-8079-0626681CAED3}"/>
              </a:ext>
            </a:extLst>
          </p:cNvPr>
          <p:cNvSpPr>
            <a:spLocks xmlns:a="http://schemas.openxmlformats.org/drawingml/2006/main" noGrp="1"/>
          </p:cNvSpPr>
          <p:nvPr/>
        </p:nvSpPr>
        <p:spPr>
          <a:xfrm xmlns:a="http://schemas.openxmlformats.org/drawingml/2006/main">
            <a:off x="133350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Rendered UI</a:t>
            </a:r>
          </a:p>
        </p:txBody>
      </p:sp>
      <p:sp>
        <p:nvSpPr>
          <p:cNvPr id="8" name="">
            <a:extLst xmlns:a="http://schemas.openxmlformats.org/drawingml/2006/main">
              <a:ext uri="{FF2B5EF4-FFF2-40B4-BE49-F238E27FC236}">
                <a16:creationId xmlns:a16="http://schemas.microsoft.com/office/drawing/2014/main" id="{50A40F66-3B18-41FA-AB56-2A897CCA4250}"/>
              </a:ext>
            </a:extLst>
          </p:cNvPr>
          <p:cNvSpPr>
            <a:spLocks xmlns:a="http://schemas.openxmlformats.org/drawingml/2006/main" noGrp="1"/>
          </p:cNvSpPr>
          <p:nvPr/>
        </p:nvSpPr>
        <p:spPr>
          <a:xfrm xmlns:a="http://schemas.openxmlformats.org/drawingml/2006/main">
            <a:off x="952500" y="4381500"/>
            <a:ext cx="4476750" cy="3333750"/>
          </a:xfrm>
          <a:prstGeom xmlns:a="http://schemas.openxmlformats.org/drawingml/2006/main" prst="roundRect">
            <a:avLst>
              <a:gd name="adj" fmla="val 6286"/>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D4423E76-73DE-4178-938C-55DD340F569D}"/>
              </a:ext>
            </a:extLst>
          </p:cNvPr>
          <p:cNvSpPr>
            <a:spLocks xmlns:a="http://schemas.openxmlformats.org/drawingml/2006/main" noGrp="1"/>
          </p:cNvSpPr>
          <p:nvPr/>
        </p:nvSpPr>
        <p:spPr>
          <a:xfrm xmlns:a="http://schemas.openxmlformats.org/drawingml/2006/main">
            <a:off x="1190625"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A499FF"/>
                </a:solidFill>
                <a:latin typeface="Segoe UI"/>
                <a:ea typeface="Segoe UI"/>
                <a:cs typeface="Segoe UI"/>
              </a:defRPr>
            </a:pPr>
            <a:r>
              <a:rPr sz="3825" b="0">
                <a:solidFill>
                  <a:srgbClr val="A499FF"/>
                </a:solidFill>
                <a:latin typeface="Segoe UI"/>
                <a:ea typeface="Segoe UI"/>
                <a:cs typeface="Segoe UI"/>
              </a:rPr>
              <a:t>container</a:t>
            </a:r>
          </a:p>
        </p:txBody>
      </p:sp>
      <p:sp>
        <p:nvSpPr>
          <p:cNvPr id="10" name="">
            <a:extLst xmlns:a="http://schemas.openxmlformats.org/drawingml/2006/main">
              <a:ext uri="{FF2B5EF4-FFF2-40B4-BE49-F238E27FC236}">
                <a16:creationId xmlns:a16="http://schemas.microsoft.com/office/drawing/2014/main" id="{E01A5F78-4A31-4F00-B0AA-95CA7CDEB944}"/>
              </a:ext>
            </a:extLst>
          </p:cNvPr>
          <p:cNvSpPr>
            <a:spLocks xmlns:a="http://schemas.openxmlformats.org/drawingml/2006/main" noGrp="1"/>
          </p:cNvSpPr>
          <p:nvPr/>
        </p:nvSpPr>
        <p:spPr>
          <a:xfrm xmlns:a="http://schemas.openxmlformats.org/drawingml/2006/main">
            <a:off x="1428750" y="55721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input</a:t>
            </a:r>
          </a:p>
        </p:txBody>
      </p:sp>
      <p:sp>
        <p:nvSpPr>
          <p:cNvPr id="11" name="">
            <a:extLst xmlns:a="http://schemas.openxmlformats.org/drawingml/2006/main">
              <a:ext uri="{FF2B5EF4-FFF2-40B4-BE49-F238E27FC236}">
                <a16:creationId xmlns:a16="http://schemas.microsoft.com/office/drawing/2014/main" id="{131A38C2-24E0-418E-B66C-56C7A87A7831}"/>
              </a:ext>
            </a:extLst>
          </p:cNvPr>
          <p:cNvSpPr>
            <a:spLocks xmlns:a="http://schemas.openxmlformats.org/drawingml/2006/main" noGrp="1"/>
          </p:cNvSpPr>
          <p:nvPr/>
        </p:nvSpPr>
        <p:spPr>
          <a:xfrm xmlns:a="http://schemas.openxmlformats.org/drawingml/2006/main">
            <a:off x="1428750" y="66389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button</a:t>
            </a:r>
          </a:p>
        </p:txBody>
      </p:sp>
      <p:sp>
        <p:nvSpPr>
          <p:cNvPr id="12" name="">
            <a:extLst xmlns:a="http://schemas.openxmlformats.org/drawingml/2006/main">
              <a:ext uri="{FF2B5EF4-FFF2-40B4-BE49-F238E27FC236}">
                <a16:creationId xmlns:a16="http://schemas.microsoft.com/office/drawing/2014/main" id="{82A72D10-2A55-4283-9FE2-105D7F6C03B3}"/>
              </a:ext>
            </a:extLst>
          </p:cNvPr>
          <p:cNvSpPr>
            <a:spLocks xmlns:a="http://schemas.openxmlformats.org/drawingml/2006/main" noGrp="1"/>
          </p:cNvSpPr>
          <p:nvPr/>
        </p:nvSpPr>
        <p:spPr>
          <a:xfrm xmlns:a="http://schemas.openxmlformats.org/drawingml/2006/main">
            <a:off x="7096125" y="4381500"/>
            <a:ext cx="4619625"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73DCD5"/>
            </a:solidFill>
          </a:ln>
        </p:spPr>
      </p:sp>
      <p:sp>
        <p:nvSpPr>
          <p:cNvPr id="13" name="">
            <a:extLst xmlns:a="http://schemas.openxmlformats.org/drawingml/2006/main">
              <a:ext uri="{FF2B5EF4-FFF2-40B4-BE49-F238E27FC236}">
                <a16:creationId xmlns:a16="http://schemas.microsoft.com/office/drawing/2014/main" id="{BA152736-4DA4-44F2-AE38-14F8C83BC06C}"/>
              </a:ext>
            </a:extLst>
          </p:cNvPr>
          <p:cNvSpPr>
            <a:spLocks xmlns:a="http://schemas.openxmlformats.org/drawingml/2006/main" noGrp="1"/>
          </p:cNvSpPr>
          <p:nvPr/>
        </p:nvSpPr>
        <p:spPr>
          <a:xfrm xmlns:a="http://schemas.openxmlformats.org/drawingml/2006/main">
            <a:off x="7267575" y="4524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Types</a:t>
            </a:r>
          </a:p>
        </p:txBody>
      </p:sp>
      <p:sp>
        <p:nvSpPr>
          <p:cNvPr id="14" name="">
            <a:extLst xmlns:a="http://schemas.openxmlformats.org/drawingml/2006/main">
              <a:ext uri="{FF2B5EF4-FFF2-40B4-BE49-F238E27FC236}">
                <a16:creationId xmlns:a16="http://schemas.microsoft.com/office/drawing/2014/main" id="{E5318015-809F-4ADA-BE2A-E3D3247E7C9A}"/>
              </a:ext>
            </a:extLst>
          </p:cNvPr>
          <p:cNvSpPr>
            <a:spLocks xmlns:a="http://schemas.openxmlformats.org/drawingml/2006/main" noGrp="1"/>
          </p:cNvSpPr>
          <p:nvPr/>
        </p:nvSpPr>
        <p:spPr>
          <a:xfrm xmlns:a="http://schemas.openxmlformats.org/drawingml/2006/main">
            <a:off x="7267575" y="52959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References</a:t>
            </a:r>
          </a:p>
        </p:txBody>
      </p:sp>
      <p:sp>
        <p:nvSpPr>
          <p:cNvPr id="15" name="">
            <a:extLst xmlns:a="http://schemas.openxmlformats.org/drawingml/2006/main">
              <a:ext uri="{FF2B5EF4-FFF2-40B4-BE49-F238E27FC236}">
                <a16:creationId xmlns:a16="http://schemas.microsoft.com/office/drawing/2014/main" id="{B233B45E-1FD3-4E58-A8F9-F8469B629254}"/>
              </a:ext>
            </a:extLst>
          </p:cNvPr>
          <p:cNvSpPr>
            <a:spLocks xmlns:a="http://schemas.openxmlformats.org/drawingml/2006/main" noGrp="1"/>
          </p:cNvSpPr>
          <p:nvPr/>
        </p:nvSpPr>
        <p:spPr>
          <a:xfrm xmlns:a="http://schemas.openxmlformats.org/drawingml/2006/main">
            <a:off x="7267575" y="60674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Layout bounds</a:t>
            </a:r>
          </a:p>
        </p:txBody>
      </p:sp>
      <p:sp>
        <p:nvSpPr>
          <p:cNvPr id="16" name="">
            <a:extLst xmlns:a="http://schemas.openxmlformats.org/drawingml/2006/main">
              <a:ext uri="{FF2B5EF4-FFF2-40B4-BE49-F238E27FC236}">
                <a16:creationId xmlns:a16="http://schemas.microsoft.com/office/drawing/2014/main" id="{9E6C7EC7-A490-4437-A97A-2B46AFEC8FA0}"/>
              </a:ext>
            </a:extLst>
          </p:cNvPr>
          <p:cNvSpPr>
            <a:spLocks xmlns:a="http://schemas.openxmlformats.org/drawingml/2006/main" noGrp="1"/>
          </p:cNvSpPr>
          <p:nvPr/>
        </p:nvSpPr>
        <p:spPr>
          <a:xfrm xmlns:a="http://schemas.openxmlformats.org/drawingml/2006/main">
            <a:off x="7267575" y="68389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Escaped text</a:t>
            </a:r>
          </a:p>
        </p:txBody>
      </p:sp>
      <p:sp>
        <p:nvSpPr>
          <p:cNvPr id="17" name="">
            <a:extLst xmlns:a="http://schemas.openxmlformats.org/drawingml/2006/main">
              <a:ext uri="{FF2B5EF4-FFF2-40B4-BE49-F238E27FC236}">
                <a16:creationId xmlns:a16="http://schemas.microsoft.com/office/drawing/2014/main" id="{746D8122-3746-471E-95E2-96F61374622A}"/>
              </a:ext>
            </a:extLst>
          </p:cNvPr>
          <p:cNvSpPr>
            <a:spLocks xmlns:a="http://schemas.openxmlformats.org/drawingml/2006/main" noGrp="1"/>
          </p:cNvSpPr>
          <p:nvPr/>
        </p:nvSpPr>
        <p:spPr>
          <a:xfrm xmlns:a="http://schemas.openxmlformats.org/drawingml/2006/main">
            <a:off x="13430250" y="4381500"/>
            <a:ext cx="3905250"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59617F"/>
            </a:solidFill>
          </a:ln>
        </p:spPr>
      </p:sp>
      <p:cxnSp>
        <p:nvCxnSpPr>
          <p:cNvPr id="37" name=""/>
          <p:cNvCxnSpPr>
            <a:stCxn xmlns:a="http://schemas.openxmlformats.org/drawingml/2006/main" id="8" idx="3"/>
            <a:endCxn xmlns:a="http://schemas.openxmlformats.org/drawingml/2006/main" id="12" idx="1"/>
          </p:cNvCxnSpPr>
          <p:nvPr/>
        </p:nvCxnSpPr>
        <p:spPr>
          <a:xfrm xmlns:a="http://schemas.openxmlformats.org/drawingml/2006/main">
            <a:off x="5429250" y="6048375"/>
            <a:ext cx="16668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38" name=""/>
          <p:cNvCxnSpPr>
            <a:stCxn xmlns:a="http://schemas.openxmlformats.org/drawingml/2006/main" id="12" idx="3"/>
            <a:endCxn xmlns:a="http://schemas.openxmlformats.org/drawingml/2006/main" id="17" idx="1"/>
          </p:cNvCxnSpPr>
          <p:nvPr/>
        </p:nvCxnSpPr>
        <p:spPr>
          <a:xfrm xmlns:a="http://schemas.openxmlformats.org/drawingml/2006/main">
            <a:off x="11715750" y="6048375"/>
            <a:ext cx="1714500"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Tree>
    <p:extLst>
      <p:ext uri="{BB962C8B-B14F-4D97-AF65-F5344CB8AC3E}">
        <p14:creationId xmlns:p14="http://schemas.microsoft.com/office/powerpoint/2010/main" val="575577698"/>
      </p:ext>
    </p:extLst>
  </p:cSld>
</p:sld>
</file>

<file path=ppt/slides/slide17.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443874d38214282"/>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858E9A-400D-4DBD-B716-02FD3B07FB76}"/>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5 / 9</a:t>
            </a:r>
          </a:p>
        </p:txBody>
      </p:sp>
      <p:sp>
        <p:nvSpPr>
          <p:cNvPr id="3" name="">
            <a:extLst xmlns:a="http://schemas.openxmlformats.org/drawingml/2006/main">
              <a:ext uri="{FF2B5EF4-FFF2-40B4-BE49-F238E27FC236}">
                <a16:creationId xmlns:a16="http://schemas.microsoft.com/office/drawing/2014/main" id="{48506A0D-3F94-4A9C-8860-E2DA732B13EB}"/>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The renderer controls the output</a:t>
            </a:r>
          </a:p>
        </p:txBody>
      </p:sp>
      <p:sp>
        <p:nvSpPr>
          <p:cNvPr id="4" name="">
            <a:extLst xmlns:a="http://schemas.openxmlformats.org/drawingml/2006/main">
              <a:ext uri="{FF2B5EF4-FFF2-40B4-BE49-F238E27FC236}">
                <a16:creationId xmlns:a16="http://schemas.microsoft.com/office/drawing/2014/main" id="{65104347-86E5-4346-8CBD-1CDC96F3C104}"/>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4A07D882-5373-47ED-AB7F-D07278A14052}"/>
              </a:ext>
            </a:extLst>
          </p:cNvPr>
          <p:cNvSpPr>
            <a:spLocks xmlns:a="http://schemas.openxmlformats.org/drawingml/2006/main" noGrp="1"/>
          </p:cNvSpPr>
          <p:nvPr/>
        </p:nvSpPr>
        <p:spPr>
          <a:xfrm xmlns:a="http://schemas.openxmlformats.org/drawingml/2006/main">
            <a:off x="9525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Proposal</a:t>
            </a:r>
          </a:p>
        </p:txBody>
      </p:sp>
      <p:sp>
        <p:nvSpPr>
          <p:cNvPr id="6" name="">
            <a:extLst xmlns:a="http://schemas.openxmlformats.org/drawingml/2006/main">
              <a:ext uri="{FF2B5EF4-FFF2-40B4-BE49-F238E27FC236}">
                <a16:creationId xmlns:a16="http://schemas.microsoft.com/office/drawing/2014/main" id="{EC9F7324-E510-4779-B462-F8A8C5077985}"/>
              </a:ext>
            </a:extLst>
          </p:cNvPr>
          <p:cNvSpPr>
            <a:spLocks xmlns:a="http://schemas.openxmlformats.org/drawingml/2006/main" noGrp="1"/>
          </p:cNvSpPr>
          <p:nvPr/>
        </p:nvSpPr>
        <p:spPr>
          <a:xfrm xmlns:a="http://schemas.openxmlformats.org/drawingml/2006/main">
            <a:off x="7191375" y="3238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Code checks</a:t>
            </a:r>
          </a:p>
        </p:txBody>
      </p:sp>
      <p:sp>
        <p:nvSpPr>
          <p:cNvPr id="7" name="">
            <a:extLst xmlns:a="http://schemas.openxmlformats.org/drawingml/2006/main">
              <a:ext uri="{FF2B5EF4-FFF2-40B4-BE49-F238E27FC236}">
                <a16:creationId xmlns:a16="http://schemas.microsoft.com/office/drawing/2014/main" id="{5AB514D9-B775-417D-A981-5ADBB86CC9A0}"/>
              </a:ext>
            </a:extLst>
          </p:cNvPr>
          <p:cNvSpPr>
            <a:spLocks xmlns:a="http://schemas.openxmlformats.org/drawingml/2006/main" noGrp="1"/>
          </p:cNvSpPr>
          <p:nvPr/>
        </p:nvSpPr>
        <p:spPr>
          <a:xfrm xmlns:a="http://schemas.openxmlformats.org/drawingml/2006/main">
            <a:off x="133350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Rendered UI</a:t>
            </a:r>
          </a:p>
        </p:txBody>
      </p:sp>
      <p:sp>
        <p:nvSpPr>
          <p:cNvPr id="8" name="">
            <a:extLst xmlns:a="http://schemas.openxmlformats.org/drawingml/2006/main">
              <a:ext uri="{FF2B5EF4-FFF2-40B4-BE49-F238E27FC236}">
                <a16:creationId xmlns:a16="http://schemas.microsoft.com/office/drawing/2014/main" id="{897774C1-FF92-431B-954E-C77AC204E7CC}"/>
              </a:ext>
            </a:extLst>
          </p:cNvPr>
          <p:cNvSpPr>
            <a:spLocks xmlns:a="http://schemas.openxmlformats.org/drawingml/2006/main" noGrp="1"/>
          </p:cNvSpPr>
          <p:nvPr/>
        </p:nvSpPr>
        <p:spPr>
          <a:xfrm xmlns:a="http://schemas.openxmlformats.org/drawingml/2006/main">
            <a:off x="952500" y="4381500"/>
            <a:ext cx="4476750" cy="3333750"/>
          </a:xfrm>
          <a:prstGeom xmlns:a="http://schemas.openxmlformats.org/drawingml/2006/main" prst="roundRect">
            <a:avLst>
              <a:gd name="adj" fmla="val 6286"/>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02B236FB-7F07-4691-9FD2-181DB1A52C25}"/>
              </a:ext>
            </a:extLst>
          </p:cNvPr>
          <p:cNvSpPr>
            <a:spLocks xmlns:a="http://schemas.openxmlformats.org/drawingml/2006/main" noGrp="1"/>
          </p:cNvSpPr>
          <p:nvPr/>
        </p:nvSpPr>
        <p:spPr>
          <a:xfrm xmlns:a="http://schemas.openxmlformats.org/drawingml/2006/main">
            <a:off x="1190625"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A499FF"/>
                </a:solidFill>
                <a:latin typeface="Segoe UI"/>
                <a:ea typeface="Segoe UI"/>
                <a:cs typeface="Segoe UI"/>
              </a:defRPr>
            </a:pPr>
            <a:r>
              <a:rPr sz="3825" b="0">
                <a:solidFill>
                  <a:srgbClr val="A499FF"/>
                </a:solidFill>
                <a:latin typeface="Segoe UI"/>
                <a:ea typeface="Segoe UI"/>
                <a:cs typeface="Segoe UI"/>
              </a:rPr>
              <a:t>container</a:t>
            </a:r>
          </a:p>
        </p:txBody>
      </p:sp>
      <p:sp>
        <p:nvSpPr>
          <p:cNvPr id="10" name="">
            <a:extLst xmlns:a="http://schemas.openxmlformats.org/drawingml/2006/main">
              <a:ext uri="{FF2B5EF4-FFF2-40B4-BE49-F238E27FC236}">
                <a16:creationId xmlns:a16="http://schemas.microsoft.com/office/drawing/2014/main" id="{01CDE8C0-E042-4A08-9AE6-15A89767AA8B}"/>
              </a:ext>
            </a:extLst>
          </p:cNvPr>
          <p:cNvSpPr>
            <a:spLocks xmlns:a="http://schemas.openxmlformats.org/drawingml/2006/main" noGrp="1"/>
          </p:cNvSpPr>
          <p:nvPr/>
        </p:nvSpPr>
        <p:spPr>
          <a:xfrm xmlns:a="http://schemas.openxmlformats.org/drawingml/2006/main">
            <a:off x="1428750" y="55721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input</a:t>
            </a:r>
          </a:p>
        </p:txBody>
      </p:sp>
      <p:sp>
        <p:nvSpPr>
          <p:cNvPr id="11" name="">
            <a:extLst xmlns:a="http://schemas.openxmlformats.org/drawingml/2006/main">
              <a:ext uri="{FF2B5EF4-FFF2-40B4-BE49-F238E27FC236}">
                <a16:creationId xmlns:a16="http://schemas.microsoft.com/office/drawing/2014/main" id="{B7C17144-C014-4D42-8484-679B38DCF99A}"/>
              </a:ext>
            </a:extLst>
          </p:cNvPr>
          <p:cNvSpPr>
            <a:spLocks xmlns:a="http://schemas.openxmlformats.org/drawingml/2006/main" noGrp="1"/>
          </p:cNvSpPr>
          <p:nvPr/>
        </p:nvSpPr>
        <p:spPr>
          <a:xfrm xmlns:a="http://schemas.openxmlformats.org/drawingml/2006/main">
            <a:off x="1428750" y="66389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button</a:t>
            </a:r>
          </a:p>
        </p:txBody>
      </p:sp>
      <p:sp>
        <p:nvSpPr>
          <p:cNvPr id="12" name="">
            <a:extLst xmlns:a="http://schemas.openxmlformats.org/drawingml/2006/main">
              <a:ext uri="{FF2B5EF4-FFF2-40B4-BE49-F238E27FC236}">
                <a16:creationId xmlns:a16="http://schemas.microsoft.com/office/drawing/2014/main" id="{02B5AC4B-681E-4588-9771-363DBA35A9D8}"/>
              </a:ext>
            </a:extLst>
          </p:cNvPr>
          <p:cNvSpPr>
            <a:spLocks xmlns:a="http://schemas.openxmlformats.org/drawingml/2006/main" noGrp="1"/>
          </p:cNvSpPr>
          <p:nvPr/>
        </p:nvSpPr>
        <p:spPr>
          <a:xfrm xmlns:a="http://schemas.openxmlformats.org/drawingml/2006/main">
            <a:off x="7096125" y="4381500"/>
            <a:ext cx="4619625"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73DCD5"/>
            </a:solidFill>
          </a:ln>
        </p:spPr>
      </p:sp>
      <p:sp>
        <p:nvSpPr>
          <p:cNvPr id="13" name="">
            <a:extLst xmlns:a="http://schemas.openxmlformats.org/drawingml/2006/main">
              <a:ext uri="{FF2B5EF4-FFF2-40B4-BE49-F238E27FC236}">
                <a16:creationId xmlns:a16="http://schemas.microsoft.com/office/drawing/2014/main" id="{4AD8A22C-FBF1-4BFB-808F-33E967112C96}"/>
              </a:ext>
            </a:extLst>
          </p:cNvPr>
          <p:cNvSpPr>
            <a:spLocks xmlns:a="http://schemas.openxmlformats.org/drawingml/2006/main" noGrp="1"/>
          </p:cNvSpPr>
          <p:nvPr/>
        </p:nvSpPr>
        <p:spPr>
          <a:xfrm xmlns:a="http://schemas.openxmlformats.org/drawingml/2006/main">
            <a:off x="7267575" y="4524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Types</a:t>
            </a:r>
          </a:p>
        </p:txBody>
      </p:sp>
      <p:sp>
        <p:nvSpPr>
          <p:cNvPr id="14" name="">
            <a:extLst xmlns:a="http://schemas.openxmlformats.org/drawingml/2006/main">
              <a:ext uri="{FF2B5EF4-FFF2-40B4-BE49-F238E27FC236}">
                <a16:creationId xmlns:a16="http://schemas.microsoft.com/office/drawing/2014/main" id="{1B34452F-E11A-4CC7-B22A-C5434BC357FC}"/>
              </a:ext>
            </a:extLst>
          </p:cNvPr>
          <p:cNvSpPr>
            <a:spLocks xmlns:a="http://schemas.openxmlformats.org/drawingml/2006/main" noGrp="1"/>
          </p:cNvSpPr>
          <p:nvPr/>
        </p:nvSpPr>
        <p:spPr>
          <a:xfrm xmlns:a="http://schemas.openxmlformats.org/drawingml/2006/main">
            <a:off x="7267575" y="52959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References</a:t>
            </a:r>
          </a:p>
        </p:txBody>
      </p:sp>
      <p:sp>
        <p:nvSpPr>
          <p:cNvPr id="15" name="">
            <a:extLst xmlns:a="http://schemas.openxmlformats.org/drawingml/2006/main">
              <a:ext uri="{FF2B5EF4-FFF2-40B4-BE49-F238E27FC236}">
                <a16:creationId xmlns:a16="http://schemas.microsoft.com/office/drawing/2014/main" id="{89E681D9-06C5-4E9B-B1E9-F8421CCE088A}"/>
              </a:ext>
            </a:extLst>
          </p:cNvPr>
          <p:cNvSpPr>
            <a:spLocks xmlns:a="http://schemas.openxmlformats.org/drawingml/2006/main" noGrp="1"/>
          </p:cNvSpPr>
          <p:nvPr/>
        </p:nvSpPr>
        <p:spPr>
          <a:xfrm xmlns:a="http://schemas.openxmlformats.org/drawingml/2006/main">
            <a:off x="7267575" y="60674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Layout bounds</a:t>
            </a:r>
          </a:p>
        </p:txBody>
      </p:sp>
      <p:sp>
        <p:nvSpPr>
          <p:cNvPr id="16" name="">
            <a:extLst xmlns:a="http://schemas.openxmlformats.org/drawingml/2006/main">
              <a:ext uri="{FF2B5EF4-FFF2-40B4-BE49-F238E27FC236}">
                <a16:creationId xmlns:a16="http://schemas.microsoft.com/office/drawing/2014/main" id="{975EB12C-7305-4D1A-8AD0-C02A5921D9C3}"/>
              </a:ext>
            </a:extLst>
          </p:cNvPr>
          <p:cNvSpPr>
            <a:spLocks xmlns:a="http://schemas.openxmlformats.org/drawingml/2006/main" noGrp="1"/>
          </p:cNvSpPr>
          <p:nvPr/>
        </p:nvSpPr>
        <p:spPr>
          <a:xfrm xmlns:a="http://schemas.openxmlformats.org/drawingml/2006/main">
            <a:off x="7267575" y="68389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Escaped text</a:t>
            </a:r>
          </a:p>
        </p:txBody>
      </p:sp>
      <p:sp>
        <p:nvSpPr>
          <p:cNvPr id="17" name="">
            <a:extLst xmlns:a="http://schemas.openxmlformats.org/drawingml/2006/main">
              <a:ext uri="{FF2B5EF4-FFF2-40B4-BE49-F238E27FC236}">
                <a16:creationId xmlns:a16="http://schemas.microsoft.com/office/drawing/2014/main" id="{6B48FF05-4793-4B0E-B97C-60C35FD4D676}"/>
              </a:ext>
            </a:extLst>
          </p:cNvPr>
          <p:cNvSpPr>
            <a:spLocks xmlns:a="http://schemas.openxmlformats.org/drawingml/2006/main" noGrp="1"/>
          </p:cNvSpPr>
          <p:nvPr/>
        </p:nvSpPr>
        <p:spPr>
          <a:xfrm xmlns:a="http://schemas.openxmlformats.org/drawingml/2006/main">
            <a:off x="13430250" y="4381500"/>
            <a:ext cx="3905250"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73DCD5"/>
            </a:solidFill>
          </a:ln>
        </p:spPr>
      </p:sp>
      <p:sp>
        <p:nvSpPr>
          <p:cNvPr id="18" name="">
            <a:extLst xmlns:a="http://schemas.openxmlformats.org/drawingml/2006/main">
              <a:ext uri="{FF2B5EF4-FFF2-40B4-BE49-F238E27FC236}">
                <a16:creationId xmlns:a16="http://schemas.microsoft.com/office/drawing/2014/main" id="{EBB378AC-7E82-4061-A932-ADC057E1244D}"/>
              </a:ext>
            </a:extLst>
          </p:cNvPr>
          <p:cNvSpPr>
            <a:spLocks xmlns:a="http://schemas.openxmlformats.org/drawingml/2006/main" noGrp="1"/>
          </p:cNvSpPr>
          <p:nvPr/>
        </p:nvSpPr>
        <p:spPr>
          <a:xfrm xmlns:a="http://schemas.openxmlformats.org/drawingml/2006/main">
            <a:off x="13687425" y="455295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Length</a:t>
            </a:r>
          </a:p>
        </p:txBody>
      </p:sp>
      <p:sp>
        <p:nvSpPr>
          <p:cNvPr id="19" name="">
            <a:extLst xmlns:a="http://schemas.openxmlformats.org/drawingml/2006/main">
              <a:ext uri="{FF2B5EF4-FFF2-40B4-BE49-F238E27FC236}">
                <a16:creationId xmlns:a16="http://schemas.microsoft.com/office/drawing/2014/main" id="{91D06732-5898-4FBF-A72E-25A42D01EF15}"/>
              </a:ext>
            </a:extLst>
          </p:cNvPr>
          <p:cNvSpPr>
            <a:spLocks xmlns:a="http://schemas.openxmlformats.org/drawingml/2006/main" noGrp="1"/>
          </p:cNvSpPr>
          <p:nvPr/>
        </p:nvSpPr>
        <p:spPr>
          <a:xfrm xmlns:a="http://schemas.openxmlformats.org/drawingml/2006/main">
            <a:off x="13668375" y="5495925"/>
            <a:ext cx="3429000" cy="904875"/>
          </a:xfrm>
          <a:prstGeom xmlns:a="http://schemas.openxmlformats.org/drawingml/2006/main" prst="roundRect">
            <a:avLst>
              <a:gd name="adj" fmla="val 23158"/>
            </a:avLst>
          </a:prstGeom>
          <a:solidFill xmlns:a="http://schemas.openxmlformats.org/drawingml/2006/main">
            <a:srgbClr val="22263D"/>
          </a:solidFill>
          <a:ln xmlns:a="http://schemas.openxmlformats.org/drawingml/2006/main" w="38100">
            <a:solidFill>
              <a:srgbClr val="ABB2CD"/>
            </a:solidFill>
          </a:ln>
        </p:spPr>
      </p:sp>
      <p:sp>
        <p:nvSpPr>
          <p:cNvPr id="20" name="">
            <a:extLst xmlns:a="http://schemas.openxmlformats.org/drawingml/2006/main">
              <a:ext uri="{FF2B5EF4-FFF2-40B4-BE49-F238E27FC236}">
                <a16:creationId xmlns:a16="http://schemas.microsoft.com/office/drawing/2014/main" id="{DA5598AB-E3FD-4E7F-B108-947991D78337}"/>
              </a:ext>
            </a:extLst>
          </p:cNvPr>
          <p:cNvSpPr>
            <a:spLocks xmlns:a="http://schemas.openxmlformats.org/drawingml/2006/main" noGrp="1"/>
          </p:cNvSpPr>
          <p:nvPr/>
        </p:nvSpPr>
        <p:spPr>
          <a:xfrm xmlns:a="http://schemas.openxmlformats.org/drawingml/2006/main">
            <a:off x="13830300" y="5553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F3F4F6"/>
                </a:solidFill>
                <a:latin typeface="Segoe UI"/>
                <a:ea typeface="Segoe UI"/>
                <a:cs typeface="Segoe UI"/>
              </a:defRPr>
            </a:pPr>
            <a:r>
              <a:rPr sz="3825" b="0">
                <a:solidFill>
                  <a:srgbClr val="F3F4F6"/>
                </a:solidFill>
                <a:latin typeface="Segoe UI"/>
                <a:ea typeface="Segoe UI"/>
                <a:cs typeface="Segoe UI"/>
              </a:rPr>
              <a:t>Short</a:t>
            </a:r>
          </a:p>
        </p:txBody>
      </p:sp>
      <p:sp>
        <p:nvSpPr>
          <p:cNvPr id="21" name="">
            <a:extLst xmlns:a="http://schemas.openxmlformats.org/drawingml/2006/main">
              <a:ext uri="{FF2B5EF4-FFF2-40B4-BE49-F238E27FC236}">
                <a16:creationId xmlns:a16="http://schemas.microsoft.com/office/drawing/2014/main" id="{B026D120-D505-4ED8-9AA9-5495F11C913E}"/>
              </a:ext>
            </a:extLst>
          </p:cNvPr>
          <p:cNvSpPr>
            <a:spLocks xmlns:a="http://schemas.openxmlformats.org/drawingml/2006/main" noGrp="1"/>
          </p:cNvSpPr>
          <p:nvPr/>
        </p:nvSpPr>
        <p:spPr>
          <a:xfrm xmlns:a="http://schemas.openxmlformats.org/drawingml/2006/main">
            <a:off x="13668375" y="6696075"/>
            <a:ext cx="3429000" cy="790575"/>
          </a:xfrm>
          <a:prstGeom xmlns:a="http://schemas.openxmlformats.org/drawingml/2006/main" prst="roundRect">
            <a:avLst>
              <a:gd name="adj" fmla="val 26506"/>
            </a:avLst>
          </a:prstGeom>
          <a:solidFill xmlns:a="http://schemas.openxmlformats.org/drawingml/2006/main">
            <a:srgbClr val="22263D"/>
          </a:solidFill>
          <a:ln xmlns:a="http://schemas.openxmlformats.org/drawingml/2006/main" w="38100">
            <a:solidFill>
              <a:srgbClr val="73DCD5"/>
            </a:solidFill>
          </a:ln>
        </p:spPr>
      </p:sp>
      <p:sp>
        <p:nvSpPr>
          <p:cNvPr id="22" name="">
            <a:extLst xmlns:a="http://schemas.openxmlformats.org/drawingml/2006/main">
              <a:ext uri="{FF2B5EF4-FFF2-40B4-BE49-F238E27FC236}">
                <a16:creationId xmlns:a16="http://schemas.microsoft.com/office/drawing/2014/main" id="{D39688FB-1B5C-45CC-875E-61FC88140884}"/>
              </a:ext>
            </a:extLst>
          </p:cNvPr>
          <p:cNvSpPr>
            <a:spLocks xmlns:a="http://schemas.openxmlformats.org/drawingml/2006/main" noGrp="1"/>
          </p:cNvSpPr>
          <p:nvPr/>
        </p:nvSpPr>
        <p:spPr>
          <a:xfrm xmlns:a="http://schemas.openxmlformats.org/drawingml/2006/main">
            <a:off x="13744575" y="67532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1">
                <a:solidFill>
                  <a:srgbClr val="73DCD5"/>
                </a:solidFill>
                <a:latin typeface="Segoe UI"/>
                <a:ea typeface="Segoe UI"/>
                <a:cs typeface="Segoe UI"/>
              </a:defRPr>
            </a:pPr>
            <a:r>
              <a:rPr sz="3488" b="1">
                <a:solidFill>
                  <a:srgbClr val="73DCD5"/>
                </a:solidFill>
                <a:latin typeface="Segoe UI"/>
                <a:ea typeface="Segoe UI"/>
                <a:cs typeface="Segoe UI"/>
              </a:rPr>
              <a:t>Summarize</a:t>
            </a:r>
          </a:p>
        </p:txBody>
      </p:sp>
      <p:cxnSp>
        <p:nvCxnSpPr>
          <p:cNvPr id="47" name=""/>
          <p:cNvCxnSpPr>
            <a:stCxn xmlns:a="http://schemas.openxmlformats.org/drawingml/2006/main" id="8" idx="3"/>
            <a:endCxn xmlns:a="http://schemas.openxmlformats.org/drawingml/2006/main" id="12" idx="1"/>
          </p:cNvCxnSpPr>
          <p:nvPr/>
        </p:nvCxnSpPr>
        <p:spPr>
          <a:xfrm xmlns:a="http://schemas.openxmlformats.org/drawingml/2006/main">
            <a:off x="5429250" y="6048375"/>
            <a:ext cx="16668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48" name=""/>
          <p:cNvCxnSpPr>
            <a:stCxn xmlns:a="http://schemas.openxmlformats.org/drawingml/2006/main" id="12" idx="3"/>
            <a:endCxn xmlns:a="http://schemas.openxmlformats.org/drawingml/2006/main" id="17" idx="1"/>
          </p:cNvCxnSpPr>
          <p:nvPr/>
        </p:nvCxnSpPr>
        <p:spPr>
          <a:xfrm xmlns:a="http://schemas.openxmlformats.org/drawingml/2006/main">
            <a:off x="11715750" y="6048375"/>
            <a:ext cx="171450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Tree>
    <p:extLst>
      <p:ext uri="{BB962C8B-B14F-4D97-AF65-F5344CB8AC3E}">
        <p14:creationId xmlns:p14="http://schemas.microsoft.com/office/powerpoint/2010/main" val="37937949"/>
      </p:ext>
    </p:extLst>
  </p:cSld>
</p:sld>
</file>

<file path=ppt/slides/slide18.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90f1a6031b14fd4"/>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8A3EFC-1BEE-4904-9122-EBD346C9B2FC}"/>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5 / 9</a:t>
            </a:r>
          </a:p>
        </p:txBody>
      </p:sp>
      <p:sp>
        <p:nvSpPr>
          <p:cNvPr id="3" name="">
            <a:extLst xmlns:a="http://schemas.openxmlformats.org/drawingml/2006/main">
              <a:ext uri="{FF2B5EF4-FFF2-40B4-BE49-F238E27FC236}">
                <a16:creationId xmlns:a16="http://schemas.microsoft.com/office/drawing/2014/main" id="{0AFCFF4C-6FEB-43C9-9BE9-D2298ADEDC3C}"/>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The model proposes. Code decides.</a:t>
            </a:r>
          </a:p>
        </p:txBody>
      </p:sp>
      <p:sp>
        <p:nvSpPr>
          <p:cNvPr id="4" name="">
            <a:extLst xmlns:a="http://schemas.openxmlformats.org/drawingml/2006/main">
              <a:ext uri="{FF2B5EF4-FFF2-40B4-BE49-F238E27FC236}">
                <a16:creationId xmlns:a16="http://schemas.microsoft.com/office/drawing/2014/main" id="{404FD8FF-3018-46BF-84FB-D37603C2B4FB}"/>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4FF1467F-0F69-410F-87D4-194D1070FEF2}"/>
              </a:ext>
            </a:extLst>
          </p:cNvPr>
          <p:cNvSpPr>
            <a:spLocks xmlns:a="http://schemas.openxmlformats.org/drawingml/2006/main" noGrp="1"/>
          </p:cNvSpPr>
          <p:nvPr/>
        </p:nvSpPr>
        <p:spPr>
          <a:xfrm xmlns:a="http://schemas.openxmlformats.org/drawingml/2006/main">
            <a:off x="9525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Proposal</a:t>
            </a:r>
          </a:p>
        </p:txBody>
      </p:sp>
      <p:sp>
        <p:nvSpPr>
          <p:cNvPr id="6" name="">
            <a:extLst xmlns:a="http://schemas.openxmlformats.org/drawingml/2006/main">
              <a:ext uri="{FF2B5EF4-FFF2-40B4-BE49-F238E27FC236}">
                <a16:creationId xmlns:a16="http://schemas.microsoft.com/office/drawing/2014/main" id="{E284E35C-2250-443C-8E16-D1F636A183FE}"/>
              </a:ext>
            </a:extLst>
          </p:cNvPr>
          <p:cNvSpPr>
            <a:spLocks xmlns:a="http://schemas.openxmlformats.org/drawingml/2006/main" noGrp="1"/>
          </p:cNvSpPr>
          <p:nvPr/>
        </p:nvSpPr>
        <p:spPr>
          <a:xfrm xmlns:a="http://schemas.openxmlformats.org/drawingml/2006/main">
            <a:off x="7191375" y="3238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Code checks</a:t>
            </a:r>
          </a:p>
        </p:txBody>
      </p:sp>
      <p:sp>
        <p:nvSpPr>
          <p:cNvPr id="7" name="">
            <a:extLst xmlns:a="http://schemas.openxmlformats.org/drawingml/2006/main">
              <a:ext uri="{FF2B5EF4-FFF2-40B4-BE49-F238E27FC236}">
                <a16:creationId xmlns:a16="http://schemas.microsoft.com/office/drawing/2014/main" id="{F40C1F4F-4D29-439B-826F-0A2C3C4577CF}"/>
              </a:ext>
            </a:extLst>
          </p:cNvPr>
          <p:cNvSpPr>
            <a:spLocks xmlns:a="http://schemas.openxmlformats.org/drawingml/2006/main" noGrp="1"/>
          </p:cNvSpPr>
          <p:nvPr/>
        </p:nvSpPr>
        <p:spPr>
          <a:xfrm xmlns:a="http://schemas.openxmlformats.org/drawingml/2006/main">
            <a:off x="13335000" y="3238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3DCD5"/>
                </a:solidFill>
                <a:latin typeface="Segoe UI"/>
                <a:ea typeface="Segoe UI"/>
                <a:cs typeface="Segoe UI"/>
              </a:defRPr>
            </a:pPr>
            <a:r>
              <a:rPr sz="4500" b="1">
                <a:solidFill>
                  <a:srgbClr val="73DCD5"/>
                </a:solidFill>
                <a:latin typeface="Segoe UI"/>
                <a:ea typeface="Segoe UI"/>
                <a:cs typeface="Segoe UI"/>
              </a:rPr>
              <a:t>Rendered UI</a:t>
            </a:r>
          </a:p>
        </p:txBody>
      </p:sp>
      <p:sp>
        <p:nvSpPr>
          <p:cNvPr id="8" name="">
            <a:extLst xmlns:a="http://schemas.openxmlformats.org/drawingml/2006/main">
              <a:ext uri="{FF2B5EF4-FFF2-40B4-BE49-F238E27FC236}">
                <a16:creationId xmlns:a16="http://schemas.microsoft.com/office/drawing/2014/main" id="{87D2BFF0-B128-43BF-B971-9A748B05DBB6}"/>
              </a:ext>
            </a:extLst>
          </p:cNvPr>
          <p:cNvSpPr>
            <a:spLocks xmlns:a="http://schemas.openxmlformats.org/drawingml/2006/main" noGrp="1"/>
          </p:cNvSpPr>
          <p:nvPr/>
        </p:nvSpPr>
        <p:spPr>
          <a:xfrm xmlns:a="http://schemas.openxmlformats.org/drawingml/2006/main">
            <a:off x="952500" y="4381500"/>
            <a:ext cx="4476750" cy="3333750"/>
          </a:xfrm>
          <a:prstGeom xmlns:a="http://schemas.openxmlformats.org/drawingml/2006/main" prst="roundRect">
            <a:avLst>
              <a:gd name="adj" fmla="val 6286"/>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E228118D-25AB-4050-92DD-0FD29C73E9C7}"/>
              </a:ext>
            </a:extLst>
          </p:cNvPr>
          <p:cNvSpPr>
            <a:spLocks xmlns:a="http://schemas.openxmlformats.org/drawingml/2006/main" noGrp="1"/>
          </p:cNvSpPr>
          <p:nvPr/>
        </p:nvSpPr>
        <p:spPr>
          <a:xfrm xmlns:a="http://schemas.openxmlformats.org/drawingml/2006/main">
            <a:off x="1190625"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A499FF"/>
                </a:solidFill>
                <a:latin typeface="Segoe UI"/>
                <a:ea typeface="Segoe UI"/>
                <a:cs typeface="Segoe UI"/>
              </a:defRPr>
            </a:pPr>
            <a:r>
              <a:rPr sz="3825" b="0">
                <a:solidFill>
                  <a:srgbClr val="A499FF"/>
                </a:solidFill>
                <a:latin typeface="Segoe UI"/>
                <a:ea typeface="Segoe UI"/>
                <a:cs typeface="Segoe UI"/>
              </a:rPr>
              <a:t>container</a:t>
            </a:r>
          </a:p>
        </p:txBody>
      </p:sp>
      <p:sp>
        <p:nvSpPr>
          <p:cNvPr id="10" name="">
            <a:extLst xmlns:a="http://schemas.openxmlformats.org/drawingml/2006/main">
              <a:ext uri="{FF2B5EF4-FFF2-40B4-BE49-F238E27FC236}">
                <a16:creationId xmlns:a16="http://schemas.microsoft.com/office/drawing/2014/main" id="{B32B665E-4174-4B3A-881A-DEA61C7ECF0A}"/>
              </a:ext>
            </a:extLst>
          </p:cNvPr>
          <p:cNvSpPr>
            <a:spLocks xmlns:a="http://schemas.openxmlformats.org/drawingml/2006/main" noGrp="1"/>
          </p:cNvSpPr>
          <p:nvPr/>
        </p:nvSpPr>
        <p:spPr>
          <a:xfrm xmlns:a="http://schemas.openxmlformats.org/drawingml/2006/main">
            <a:off x="1428750" y="55721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input</a:t>
            </a:r>
          </a:p>
        </p:txBody>
      </p:sp>
      <p:sp>
        <p:nvSpPr>
          <p:cNvPr id="11" name="">
            <a:extLst xmlns:a="http://schemas.openxmlformats.org/drawingml/2006/main">
              <a:ext uri="{FF2B5EF4-FFF2-40B4-BE49-F238E27FC236}">
                <a16:creationId xmlns:a16="http://schemas.microsoft.com/office/drawing/2014/main" id="{22527FE6-981F-44A2-A76B-EA5CDEEAA782}"/>
              </a:ext>
            </a:extLst>
          </p:cNvPr>
          <p:cNvSpPr>
            <a:spLocks xmlns:a="http://schemas.openxmlformats.org/drawingml/2006/main" noGrp="1"/>
          </p:cNvSpPr>
          <p:nvPr/>
        </p:nvSpPr>
        <p:spPr>
          <a:xfrm xmlns:a="http://schemas.openxmlformats.org/drawingml/2006/main">
            <a:off x="1428750" y="66389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4F6"/>
                </a:solidFill>
                <a:latin typeface="Segoe UI"/>
                <a:ea typeface="Segoe UI"/>
                <a:cs typeface="Segoe UI"/>
              </a:defRPr>
            </a:pPr>
            <a:r>
              <a:rPr sz="4500" b="0">
                <a:solidFill>
                  <a:srgbClr val="F3F4F6"/>
                </a:solidFill>
                <a:latin typeface="Segoe UI"/>
                <a:ea typeface="Segoe UI"/>
                <a:cs typeface="Segoe UI"/>
              </a:rPr>
              <a:t>button</a:t>
            </a:r>
          </a:p>
        </p:txBody>
      </p:sp>
      <p:sp>
        <p:nvSpPr>
          <p:cNvPr id="12" name="">
            <a:extLst xmlns:a="http://schemas.openxmlformats.org/drawingml/2006/main">
              <a:ext uri="{FF2B5EF4-FFF2-40B4-BE49-F238E27FC236}">
                <a16:creationId xmlns:a16="http://schemas.microsoft.com/office/drawing/2014/main" id="{A6B61519-FE63-4250-B911-01C3EF736C21}"/>
              </a:ext>
            </a:extLst>
          </p:cNvPr>
          <p:cNvSpPr>
            <a:spLocks xmlns:a="http://schemas.openxmlformats.org/drawingml/2006/main" noGrp="1"/>
          </p:cNvSpPr>
          <p:nvPr/>
        </p:nvSpPr>
        <p:spPr>
          <a:xfrm xmlns:a="http://schemas.openxmlformats.org/drawingml/2006/main">
            <a:off x="7096125" y="4381500"/>
            <a:ext cx="4619625"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73DCD5"/>
            </a:solidFill>
          </a:ln>
        </p:spPr>
      </p:sp>
      <p:sp>
        <p:nvSpPr>
          <p:cNvPr id="13" name="">
            <a:extLst xmlns:a="http://schemas.openxmlformats.org/drawingml/2006/main">
              <a:ext uri="{FF2B5EF4-FFF2-40B4-BE49-F238E27FC236}">
                <a16:creationId xmlns:a16="http://schemas.microsoft.com/office/drawing/2014/main" id="{71A95B37-50E1-46D0-B08B-20F498984CCF}"/>
              </a:ext>
            </a:extLst>
          </p:cNvPr>
          <p:cNvSpPr>
            <a:spLocks xmlns:a="http://schemas.openxmlformats.org/drawingml/2006/main" noGrp="1"/>
          </p:cNvSpPr>
          <p:nvPr/>
        </p:nvSpPr>
        <p:spPr>
          <a:xfrm xmlns:a="http://schemas.openxmlformats.org/drawingml/2006/main">
            <a:off x="7267575" y="4524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Types</a:t>
            </a:r>
          </a:p>
        </p:txBody>
      </p:sp>
      <p:sp>
        <p:nvSpPr>
          <p:cNvPr id="14" name="">
            <a:extLst xmlns:a="http://schemas.openxmlformats.org/drawingml/2006/main">
              <a:ext uri="{FF2B5EF4-FFF2-40B4-BE49-F238E27FC236}">
                <a16:creationId xmlns:a16="http://schemas.microsoft.com/office/drawing/2014/main" id="{92473335-6297-41BE-B1F6-F97BFFDC5118}"/>
              </a:ext>
            </a:extLst>
          </p:cNvPr>
          <p:cNvSpPr>
            <a:spLocks xmlns:a="http://schemas.openxmlformats.org/drawingml/2006/main" noGrp="1"/>
          </p:cNvSpPr>
          <p:nvPr/>
        </p:nvSpPr>
        <p:spPr>
          <a:xfrm xmlns:a="http://schemas.openxmlformats.org/drawingml/2006/main">
            <a:off x="7267575" y="52959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References</a:t>
            </a:r>
          </a:p>
        </p:txBody>
      </p:sp>
      <p:sp>
        <p:nvSpPr>
          <p:cNvPr id="15" name="">
            <a:extLst xmlns:a="http://schemas.openxmlformats.org/drawingml/2006/main">
              <a:ext uri="{FF2B5EF4-FFF2-40B4-BE49-F238E27FC236}">
                <a16:creationId xmlns:a16="http://schemas.microsoft.com/office/drawing/2014/main" id="{B6139752-BC51-400F-A7D1-8CD9FA955C4C}"/>
              </a:ext>
            </a:extLst>
          </p:cNvPr>
          <p:cNvSpPr>
            <a:spLocks xmlns:a="http://schemas.openxmlformats.org/drawingml/2006/main" noGrp="1"/>
          </p:cNvSpPr>
          <p:nvPr/>
        </p:nvSpPr>
        <p:spPr>
          <a:xfrm xmlns:a="http://schemas.openxmlformats.org/drawingml/2006/main">
            <a:off x="7267575" y="606742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Layout bounds</a:t>
            </a:r>
          </a:p>
        </p:txBody>
      </p:sp>
      <p:sp>
        <p:nvSpPr>
          <p:cNvPr id="16" name="">
            <a:extLst xmlns:a="http://schemas.openxmlformats.org/drawingml/2006/main">
              <a:ext uri="{FF2B5EF4-FFF2-40B4-BE49-F238E27FC236}">
                <a16:creationId xmlns:a16="http://schemas.microsoft.com/office/drawing/2014/main" id="{C674DA24-018E-4E74-85E6-EBAAB781C8CE}"/>
              </a:ext>
            </a:extLst>
          </p:cNvPr>
          <p:cNvSpPr>
            <a:spLocks xmlns:a="http://schemas.openxmlformats.org/drawingml/2006/main" noGrp="1"/>
          </p:cNvSpPr>
          <p:nvPr/>
        </p:nvSpPr>
        <p:spPr>
          <a:xfrm xmlns:a="http://schemas.openxmlformats.org/drawingml/2006/main">
            <a:off x="7267575" y="68389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3F4F6"/>
                </a:solidFill>
                <a:latin typeface="Segoe UI"/>
                <a:ea typeface="Segoe UI"/>
                <a:cs typeface="Segoe UI"/>
              </a:defRPr>
            </a:pPr>
            <a:r>
              <a:rPr sz="3150" b="0">
                <a:solidFill>
                  <a:srgbClr val="F3F4F6"/>
                </a:solidFill>
                <a:latin typeface="Segoe UI"/>
                <a:ea typeface="Segoe UI"/>
                <a:cs typeface="Segoe UI"/>
              </a:rPr>
              <a:t>✓ Escaped text</a:t>
            </a:r>
          </a:p>
        </p:txBody>
      </p:sp>
      <p:sp>
        <p:nvSpPr>
          <p:cNvPr id="17" name="">
            <a:extLst xmlns:a="http://schemas.openxmlformats.org/drawingml/2006/main">
              <a:ext uri="{FF2B5EF4-FFF2-40B4-BE49-F238E27FC236}">
                <a16:creationId xmlns:a16="http://schemas.microsoft.com/office/drawing/2014/main" id="{704CCAB2-8ACA-44C8-A975-69927266D6B1}"/>
              </a:ext>
            </a:extLst>
          </p:cNvPr>
          <p:cNvSpPr>
            <a:spLocks xmlns:a="http://schemas.openxmlformats.org/drawingml/2006/main" noGrp="1"/>
          </p:cNvSpPr>
          <p:nvPr/>
        </p:nvSpPr>
        <p:spPr>
          <a:xfrm xmlns:a="http://schemas.openxmlformats.org/drawingml/2006/main">
            <a:off x="13430250" y="4381500"/>
            <a:ext cx="3905250" cy="3333750"/>
          </a:xfrm>
          <a:prstGeom xmlns:a="http://schemas.openxmlformats.org/drawingml/2006/main" prst="roundRect">
            <a:avLst>
              <a:gd name="adj" fmla="val 6286"/>
            </a:avLst>
          </a:prstGeom>
          <a:solidFill xmlns:a="http://schemas.openxmlformats.org/drawingml/2006/main">
            <a:srgbClr val="0F1221"/>
          </a:solidFill>
          <a:ln xmlns:a="http://schemas.openxmlformats.org/drawingml/2006/main" w="38100">
            <a:solidFill>
              <a:srgbClr val="73DCD5"/>
            </a:solidFill>
          </a:ln>
        </p:spPr>
      </p:sp>
      <p:sp>
        <p:nvSpPr>
          <p:cNvPr id="18" name="">
            <a:extLst xmlns:a="http://schemas.openxmlformats.org/drawingml/2006/main">
              <a:ext uri="{FF2B5EF4-FFF2-40B4-BE49-F238E27FC236}">
                <a16:creationId xmlns:a16="http://schemas.microsoft.com/office/drawing/2014/main" id="{4B90B2B6-4ADA-44FA-A619-1D9CD629BB06}"/>
              </a:ext>
            </a:extLst>
          </p:cNvPr>
          <p:cNvSpPr>
            <a:spLocks xmlns:a="http://schemas.openxmlformats.org/drawingml/2006/main" noGrp="1"/>
          </p:cNvSpPr>
          <p:nvPr/>
        </p:nvSpPr>
        <p:spPr>
          <a:xfrm xmlns:a="http://schemas.openxmlformats.org/drawingml/2006/main">
            <a:off x="13687425" y="455295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Length</a:t>
            </a:r>
          </a:p>
        </p:txBody>
      </p:sp>
      <p:sp>
        <p:nvSpPr>
          <p:cNvPr id="19" name="">
            <a:extLst xmlns:a="http://schemas.openxmlformats.org/drawingml/2006/main">
              <a:ext uri="{FF2B5EF4-FFF2-40B4-BE49-F238E27FC236}">
                <a16:creationId xmlns:a16="http://schemas.microsoft.com/office/drawing/2014/main" id="{E419572E-2721-4036-BC05-320119B8D79F}"/>
              </a:ext>
            </a:extLst>
          </p:cNvPr>
          <p:cNvSpPr>
            <a:spLocks xmlns:a="http://schemas.openxmlformats.org/drawingml/2006/main" noGrp="1"/>
          </p:cNvSpPr>
          <p:nvPr/>
        </p:nvSpPr>
        <p:spPr>
          <a:xfrm xmlns:a="http://schemas.openxmlformats.org/drawingml/2006/main">
            <a:off x="13668375" y="5495925"/>
            <a:ext cx="3429000" cy="904875"/>
          </a:xfrm>
          <a:prstGeom xmlns:a="http://schemas.openxmlformats.org/drawingml/2006/main" prst="roundRect">
            <a:avLst>
              <a:gd name="adj" fmla="val 23158"/>
            </a:avLst>
          </a:prstGeom>
          <a:solidFill xmlns:a="http://schemas.openxmlformats.org/drawingml/2006/main">
            <a:srgbClr val="22263D"/>
          </a:solidFill>
          <a:ln xmlns:a="http://schemas.openxmlformats.org/drawingml/2006/main" w="38100">
            <a:solidFill>
              <a:srgbClr val="ABB2CD"/>
            </a:solidFill>
          </a:ln>
        </p:spPr>
      </p:sp>
      <p:sp>
        <p:nvSpPr>
          <p:cNvPr id="20" name="">
            <a:extLst xmlns:a="http://schemas.openxmlformats.org/drawingml/2006/main">
              <a:ext uri="{FF2B5EF4-FFF2-40B4-BE49-F238E27FC236}">
                <a16:creationId xmlns:a16="http://schemas.microsoft.com/office/drawing/2014/main" id="{74C40BC8-8194-43BD-9FA2-3422ACAAD8ED}"/>
              </a:ext>
            </a:extLst>
          </p:cNvPr>
          <p:cNvSpPr>
            <a:spLocks xmlns:a="http://schemas.openxmlformats.org/drawingml/2006/main" noGrp="1"/>
          </p:cNvSpPr>
          <p:nvPr/>
        </p:nvSpPr>
        <p:spPr>
          <a:xfrm xmlns:a="http://schemas.openxmlformats.org/drawingml/2006/main">
            <a:off x="13830300" y="55530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F3F4F6"/>
                </a:solidFill>
                <a:latin typeface="Segoe UI"/>
                <a:ea typeface="Segoe UI"/>
                <a:cs typeface="Segoe UI"/>
              </a:defRPr>
            </a:pPr>
            <a:r>
              <a:rPr sz="3825" b="0">
                <a:solidFill>
                  <a:srgbClr val="F3F4F6"/>
                </a:solidFill>
                <a:latin typeface="Segoe UI"/>
                <a:ea typeface="Segoe UI"/>
                <a:cs typeface="Segoe UI"/>
              </a:rPr>
              <a:t>Short</a:t>
            </a:r>
          </a:p>
        </p:txBody>
      </p:sp>
      <p:sp>
        <p:nvSpPr>
          <p:cNvPr id="21" name="">
            <a:extLst xmlns:a="http://schemas.openxmlformats.org/drawingml/2006/main">
              <a:ext uri="{FF2B5EF4-FFF2-40B4-BE49-F238E27FC236}">
                <a16:creationId xmlns:a16="http://schemas.microsoft.com/office/drawing/2014/main" id="{C3940E8E-49DE-4D72-97EC-46BB144D0276}"/>
              </a:ext>
            </a:extLst>
          </p:cNvPr>
          <p:cNvSpPr>
            <a:spLocks xmlns:a="http://schemas.openxmlformats.org/drawingml/2006/main" noGrp="1"/>
          </p:cNvSpPr>
          <p:nvPr/>
        </p:nvSpPr>
        <p:spPr>
          <a:xfrm xmlns:a="http://schemas.openxmlformats.org/drawingml/2006/main">
            <a:off x="13668375" y="6696075"/>
            <a:ext cx="3429000" cy="790575"/>
          </a:xfrm>
          <a:prstGeom xmlns:a="http://schemas.openxmlformats.org/drawingml/2006/main" prst="roundRect">
            <a:avLst>
              <a:gd name="adj" fmla="val 26506"/>
            </a:avLst>
          </a:prstGeom>
          <a:solidFill xmlns:a="http://schemas.openxmlformats.org/drawingml/2006/main">
            <a:srgbClr val="22263D"/>
          </a:solidFill>
          <a:ln xmlns:a="http://schemas.openxmlformats.org/drawingml/2006/main" w="38100">
            <a:solidFill>
              <a:srgbClr val="73DCD5"/>
            </a:solidFill>
          </a:ln>
        </p:spPr>
      </p:sp>
      <p:sp>
        <p:nvSpPr>
          <p:cNvPr id="22" name="">
            <a:extLst xmlns:a="http://schemas.openxmlformats.org/drawingml/2006/main">
              <a:ext uri="{FF2B5EF4-FFF2-40B4-BE49-F238E27FC236}">
                <a16:creationId xmlns:a16="http://schemas.microsoft.com/office/drawing/2014/main" id="{5E0D8D3E-E5E1-4259-9B5B-DD2F5EC14E17}"/>
              </a:ext>
            </a:extLst>
          </p:cNvPr>
          <p:cNvSpPr>
            <a:spLocks xmlns:a="http://schemas.openxmlformats.org/drawingml/2006/main" noGrp="1"/>
          </p:cNvSpPr>
          <p:nvPr/>
        </p:nvSpPr>
        <p:spPr>
          <a:xfrm xmlns:a="http://schemas.openxmlformats.org/drawingml/2006/main">
            <a:off x="13744575" y="67532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1">
                <a:solidFill>
                  <a:srgbClr val="73DCD5"/>
                </a:solidFill>
                <a:latin typeface="Segoe UI"/>
                <a:ea typeface="Segoe UI"/>
                <a:cs typeface="Segoe UI"/>
              </a:defRPr>
            </a:pPr>
            <a:r>
              <a:rPr sz="3488" b="1">
                <a:solidFill>
                  <a:srgbClr val="73DCD5"/>
                </a:solidFill>
                <a:latin typeface="Segoe UI"/>
                <a:ea typeface="Segoe UI"/>
                <a:cs typeface="Segoe UI"/>
              </a:rPr>
              <a:t>Summarize</a:t>
            </a:r>
          </a:p>
        </p:txBody>
      </p:sp>
      <p:cxnSp>
        <p:nvCxnSpPr>
          <p:cNvPr id="47" name=""/>
          <p:cNvCxnSpPr>
            <a:stCxn xmlns:a="http://schemas.openxmlformats.org/drawingml/2006/main" id="8" idx="3"/>
            <a:endCxn xmlns:a="http://schemas.openxmlformats.org/drawingml/2006/main" id="12" idx="1"/>
          </p:cNvCxnSpPr>
          <p:nvPr/>
        </p:nvCxnSpPr>
        <p:spPr>
          <a:xfrm xmlns:a="http://schemas.openxmlformats.org/drawingml/2006/main">
            <a:off x="5429250" y="6048375"/>
            <a:ext cx="16668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48" name=""/>
          <p:cNvCxnSpPr>
            <a:stCxn xmlns:a="http://schemas.openxmlformats.org/drawingml/2006/main" id="12" idx="3"/>
            <a:endCxn xmlns:a="http://schemas.openxmlformats.org/drawingml/2006/main" id="17" idx="1"/>
          </p:cNvCxnSpPr>
          <p:nvPr/>
        </p:nvCxnSpPr>
        <p:spPr>
          <a:xfrm xmlns:a="http://schemas.openxmlformats.org/drawingml/2006/main">
            <a:off x="11715750" y="6048375"/>
            <a:ext cx="171450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Tree>
    <p:extLst>
      <p:ext uri="{BB962C8B-B14F-4D97-AF65-F5344CB8AC3E}">
        <p14:creationId xmlns:p14="http://schemas.microsoft.com/office/powerpoint/2010/main" val="1054213693"/>
      </p:ext>
    </p:extLst>
  </p:cSld>
</p:sld>
</file>

<file path=ppt/slides/slide19.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b9b6ea726254f72"/>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F45969-1961-4ED3-B3C1-929E5B9B0E49}"/>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6 / 9</a:t>
            </a:r>
          </a:p>
        </p:txBody>
      </p:sp>
      <p:sp>
        <p:nvSpPr>
          <p:cNvPr id="3" name="">
            <a:extLst xmlns:a="http://schemas.openxmlformats.org/drawingml/2006/main">
              <a:ext uri="{FF2B5EF4-FFF2-40B4-BE49-F238E27FC236}">
                <a16:creationId xmlns:a16="http://schemas.microsoft.com/office/drawing/2014/main" id="{1E195C8A-4F40-4C8A-95D8-A2CE843FF41D}"/>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shared UI vocabulary</a:t>
            </a:r>
          </a:p>
        </p:txBody>
      </p:sp>
      <p:sp>
        <p:nvSpPr>
          <p:cNvPr id="4" name="">
            <a:extLst xmlns:a="http://schemas.openxmlformats.org/drawingml/2006/main">
              <a:ext uri="{FF2B5EF4-FFF2-40B4-BE49-F238E27FC236}">
                <a16:creationId xmlns:a16="http://schemas.microsoft.com/office/drawing/2014/main" id="{E822E283-44DB-4F48-8A8D-F608EECEACAA}"/>
              </a:ext>
            </a:extLst>
          </p:cNvPr>
          <p:cNvSpPr>
            <a:spLocks xmlns:a="http://schemas.openxmlformats.org/drawingml/2006/main" noGrp="1"/>
          </p:cNvSpPr>
          <p:nvPr/>
        </p:nvSpPr>
        <p:spPr>
          <a:xfrm xmlns:a="http://schemas.openxmlformats.org/drawingml/2006/main">
            <a:off x="952500" y="3667125"/>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AEA03DF4-8666-4F1B-9F8D-1F3ED0755F1B}"/>
              </a:ext>
            </a:extLst>
          </p:cNvPr>
          <p:cNvSpPr>
            <a:spLocks xmlns:a="http://schemas.openxmlformats.org/drawingml/2006/main" noGrp="1"/>
          </p:cNvSpPr>
          <p:nvPr/>
        </p:nvSpPr>
        <p:spPr>
          <a:xfrm xmlns:a="http://schemas.openxmlformats.org/drawingml/2006/main">
            <a:off x="1219200" y="3905250"/>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Primitives</a:t>
            </a:r>
          </a:p>
        </p:txBody>
      </p:sp>
      <p:sp>
        <p:nvSpPr>
          <p:cNvPr id="6" name="">
            <a:extLst xmlns:a="http://schemas.openxmlformats.org/drawingml/2006/main">
              <a:ext uri="{FF2B5EF4-FFF2-40B4-BE49-F238E27FC236}">
                <a16:creationId xmlns:a16="http://schemas.microsoft.com/office/drawing/2014/main" id="{29A984E2-689A-4B91-82C4-1D1FC1BD39A5}"/>
              </a:ext>
            </a:extLst>
          </p:cNvPr>
          <p:cNvSpPr>
            <a:spLocks xmlns:a="http://schemas.openxmlformats.org/drawingml/2006/main" noGrp="1"/>
          </p:cNvSpPr>
          <p:nvPr/>
        </p:nvSpPr>
        <p:spPr>
          <a:xfrm xmlns:a="http://schemas.openxmlformats.org/drawingml/2006/main">
            <a:off x="1095375" y="571500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0">
                <a:solidFill>
                  <a:srgbClr val="A499FF"/>
                </a:solidFill>
                <a:latin typeface="Segoe UI"/>
                <a:ea typeface="Segoe UI"/>
                <a:cs typeface="Segoe UI"/>
              </a:defRPr>
            </a:pPr>
            <a:r>
              <a:rPr sz="3938" b="0">
                <a:solidFill>
                  <a:srgbClr val="A499FF"/>
                </a:solidFill>
                <a:latin typeface="Segoe UI"/>
                <a:ea typeface="Segoe UI"/>
                <a:cs typeface="Segoe UI"/>
              </a:rPr>
              <a:t>Defines types</a:t>
            </a:r>
          </a:p>
        </p:txBody>
      </p:sp>
      <p:sp>
        <p:nvSpPr>
          <p:cNvPr id="7" name="">
            <a:extLst xmlns:a="http://schemas.openxmlformats.org/drawingml/2006/main">
              <a:ext uri="{FF2B5EF4-FFF2-40B4-BE49-F238E27FC236}">
                <a16:creationId xmlns:a16="http://schemas.microsoft.com/office/drawing/2014/main" id="{BCC5A835-945C-4935-A0B0-25DC13E6F377}"/>
              </a:ext>
            </a:extLst>
          </p:cNvPr>
          <p:cNvSpPr>
            <a:spLocks xmlns:a="http://schemas.openxmlformats.org/drawingml/2006/main" noGrp="1"/>
          </p:cNvSpPr>
          <p:nvPr/>
        </p:nvSpPr>
        <p:spPr>
          <a:xfrm xmlns:a="http://schemas.openxmlformats.org/drawingml/2006/main">
            <a:off x="6953250" y="3667125"/>
            <a:ext cx="5048250" cy="1666875"/>
          </a:xfrm>
          <a:prstGeom xmlns:a="http://schemas.openxmlformats.org/drawingml/2006/main" prst="roundRect">
            <a:avLst>
              <a:gd name="adj" fmla="val 12571"/>
            </a:avLst>
          </a:prstGeom>
          <a:solidFill xmlns:a="http://schemas.openxmlformats.org/drawingml/2006/main">
            <a:srgbClr val="181C30"/>
          </a:solidFill>
          <a:ln xmlns:a="http://schemas.openxmlformats.org/drawingml/2006/main" w="38100">
            <a:solidFill>
              <a:srgbClr val="59617F"/>
            </a:solidFill>
          </a:ln>
        </p:spPr>
      </p:sp>
      <p:sp>
        <p:nvSpPr>
          <p:cNvPr id="8" name="">
            <a:extLst xmlns:a="http://schemas.openxmlformats.org/drawingml/2006/main">
              <a:ext uri="{FF2B5EF4-FFF2-40B4-BE49-F238E27FC236}">
                <a16:creationId xmlns:a16="http://schemas.microsoft.com/office/drawing/2014/main" id="{AE1916CF-0315-4E28-89E0-95EAF18D53B8}"/>
              </a:ext>
            </a:extLst>
          </p:cNvPr>
          <p:cNvSpPr>
            <a:spLocks xmlns:a="http://schemas.openxmlformats.org/drawingml/2006/main" noGrp="1"/>
          </p:cNvSpPr>
          <p:nvPr/>
        </p:nvSpPr>
        <p:spPr>
          <a:xfrm xmlns:a="http://schemas.openxmlformats.org/drawingml/2006/main">
            <a:off x="7219950" y="3905250"/>
            <a:ext cx="4514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59617F"/>
                </a:solidFill>
                <a:latin typeface="Segoe UI"/>
                <a:ea typeface="Segoe UI"/>
                <a:cs typeface="Segoe UI"/>
              </a:defRPr>
            </a:pPr>
            <a:r>
              <a:rPr sz="4500" b="1">
                <a:solidFill>
                  <a:srgbClr val="59617F"/>
                </a:solidFill>
                <a:latin typeface="Segoe UI"/>
                <a:ea typeface="Segoe UI"/>
                <a:cs typeface="Segoe UI"/>
              </a:rPr>
              <a:t>Projection</a:t>
            </a:r>
          </a:p>
        </p:txBody>
      </p:sp>
      <p:sp>
        <p:nvSpPr>
          <p:cNvPr id="9" name="">
            <a:extLst xmlns:a="http://schemas.openxmlformats.org/drawingml/2006/main">
              <a:ext uri="{FF2B5EF4-FFF2-40B4-BE49-F238E27FC236}">
                <a16:creationId xmlns:a16="http://schemas.microsoft.com/office/drawing/2014/main" id="{735FEA14-EBD5-4AE8-8C20-911B7DF69DB9}"/>
              </a:ext>
            </a:extLst>
          </p:cNvPr>
          <p:cNvSpPr>
            <a:spLocks xmlns:a="http://schemas.openxmlformats.org/drawingml/2006/main" noGrp="1"/>
          </p:cNvSpPr>
          <p:nvPr/>
        </p:nvSpPr>
        <p:spPr>
          <a:xfrm xmlns:a="http://schemas.openxmlformats.org/drawingml/2006/main">
            <a:off x="6953250" y="5715000"/>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59617F"/>
                </a:solidFill>
                <a:latin typeface="Segoe UI"/>
                <a:ea typeface="Segoe UI"/>
                <a:cs typeface="Segoe UI"/>
              </a:defRPr>
            </a:pPr>
            <a:r>
              <a:rPr sz="3713" b="0">
                <a:solidFill>
                  <a:srgbClr val="59617F"/>
                </a:solidFill>
                <a:latin typeface="Segoe UI"/>
                <a:ea typeface="Segoe UI"/>
                <a:cs typeface="Segoe UI"/>
              </a:rPr>
              <a:t>Renders &amp; adapts</a:t>
            </a:r>
          </a:p>
        </p:txBody>
      </p:sp>
      <p:cxnSp>
        <p:nvCxnSpPr>
          <p:cNvPr id="29" name=""/>
          <p:cNvCxnSpPr>
            <a:stCxn xmlns:a="http://schemas.openxmlformats.org/drawingml/2006/main" id="4" idx="3"/>
            <a:endCxn xmlns:a="http://schemas.openxmlformats.org/drawingml/2006/main" id="7" idx="1"/>
          </p:cNvCxnSpPr>
          <p:nvPr/>
        </p:nvCxnSpPr>
        <p:spPr>
          <a:xfrm xmlns:a="http://schemas.openxmlformats.org/drawingml/2006/main">
            <a:off x="5810250" y="4500563"/>
            <a:ext cx="1143000" cy="0"/>
          </a:xfrm>
          <a:prstGeom xmlns:a="http://schemas.openxmlformats.org/drawingml/2006/main" prst="straightConnector1">
            <a:avLst/>
          </a:prstGeom>
          <a:ln xmlns:a="http://schemas.openxmlformats.org/drawingml/2006/main" w="57150">
            <a:solidFill>
              <a:srgbClr val="59617F"/>
            </a:solidFill>
            <a:prstDash val="solid"/>
            <a:tailEnd type="triangle" w="lg" len="lg"/>
          </a:ln>
        </p:spPr>
      </p:cxnSp>
      <p:sp>
        <p:nvSpPr>
          <p:cNvPr id="11" name="">
            <a:extLst xmlns:a="http://schemas.openxmlformats.org/drawingml/2006/main">
              <a:ext uri="{FF2B5EF4-FFF2-40B4-BE49-F238E27FC236}">
                <a16:creationId xmlns:a16="http://schemas.microsoft.com/office/drawing/2014/main" id="{26647E66-38DA-4770-B74F-6676A6047307}"/>
              </a:ext>
            </a:extLst>
          </p:cNvPr>
          <p:cNvSpPr>
            <a:spLocks xmlns:a="http://schemas.openxmlformats.org/drawingml/2006/main" noGrp="1"/>
          </p:cNvSpPr>
          <p:nvPr/>
        </p:nvSpPr>
        <p:spPr>
          <a:xfrm xmlns:a="http://schemas.openxmlformats.org/drawingml/2006/main">
            <a:off x="13906500" y="3286125"/>
            <a:ext cx="3429000" cy="1095375"/>
          </a:xfrm>
          <a:prstGeom xmlns:a="http://schemas.openxmlformats.org/drawingml/2006/main" prst="roundRect">
            <a:avLst>
              <a:gd name="adj" fmla="val 19130"/>
            </a:avLst>
          </a:prstGeom>
          <a:solidFill xmlns:a="http://schemas.openxmlformats.org/drawingml/2006/main">
            <a:srgbClr val="181C30"/>
          </a:solidFill>
          <a:ln xmlns:a="http://schemas.openxmlformats.org/drawingml/2006/main" w="38100">
            <a:solidFill>
              <a:srgbClr val="59617F"/>
            </a:solidFill>
          </a:ln>
        </p:spPr>
      </p:sp>
      <p:sp>
        <p:nvSpPr>
          <p:cNvPr id="12" name="">
            <a:extLst xmlns:a="http://schemas.openxmlformats.org/drawingml/2006/main">
              <a:ext uri="{FF2B5EF4-FFF2-40B4-BE49-F238E27FC236}">
                <a16:creationId xmlns:a16="http://schemas.microsoft.com/office/drawing/2014/main" id="{0048C664-8705-497E-91E2-31EF46305833}"/>
              </a:ext>
            </a:extLst>
          </p:cNvPr>
          <p:cNvSpPr>
            <a:spLocks xmlns:a="http://schemas.openxmlformats.org/drawingml/2006/main" noGrp="1"/>
          </p:cNvSpPr>
          <p:nvPr/>
        </p:nvSpPr>
        <p:spPr>
          <a:xfrm xmlns:a="http://schemas.openxmlformats.org/drawingml/2006/main">
            <a:off x="14173200" y="35242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9617F"/>
                </a:solidFill>
                <a:latin typeface="Segoe UI"/>
                <a:ea typeface="Segoe UI"/>
                <a:cs typeface="Segoe UI"/>
              </a:defRPr>
            </a:pPr>
            <a:r>
              <a:rPr sz="3600" b="1">
                <a:solidFill>
                  <a:srgbClr val="59617F"/>
                </a:solidFill>
                <a:latin typeface="Segoe UI"/>
                <a:ea typeface="Segoe UI"/>
                <a:cs typeface="Segoe UI"/>
              </a:rPr>
              <a:t>Web</a:t>
            </a:r>
          </a:p>
        </p:txBody>
      </p:sp>
      <p:cxnSp>
        <p:nvCxnSpPr>
          <p:cNvPr id="32" name=""/>
          <p:cNvCxnSpPr>
            <a:stCxn xmlns:a="http://schemas.openxmlformats.org/drawingml/2006/main" id="7" idx="3"/>
            <a:endCxn xmlns:a="http://schemas.openxmlformats.org/drawingml/2006/main" id="11" idx="1"/>
          </p:cNvCxnSpPr>
          <p:nvPr/>
        </p:nvCxnSpPr>
        <p:spPr>
          <a:xfrm xmlns:a="http://schemas.openxmlformats.org/drawingml/2006/main" flipV="1">
            <a:off x="12001500" y="3833813"/>
            <a:ext cx="1905000" cy="666750"/>
          </a:xfrm>
          <a:prstGeom xmlns:a="http://schemas.openxmlformats.org/drawingml/2006/main" prst="bentConnector3">
            <a:avLst>
              <a:gd name="adj1" fmla="val 50000"/>
            </a:avLst>
          </a:prstGeom>
          <a:ln xmlns:a="http://schemas.openxmlformats.org/drawingml/2006/main" w="57150">
            <a:solidFill>
              <a:srgbClr val="59617F"/>
            </a:solidFill>
            <a:prstDash val="solid"/>
            <a:tailEnd type="triangle" w="lg" len="lg"/>
          </a:ln>
        </p:spPr>
      </p:cxnSp>
      <p:sp>
        <p:nvSpPr>
          <p:cNvPr id="14" name="">
            <a:extLst xmlns:a="http://schemas.openxmlformats.org/drawingml/2006/main">
              <a:ext uri="{FF2B5EF4-FFF2-40B4-BE49-F238E27FC236}">
                <a16:creationId xmlns:a16="http://schemas.microsoft.com/office/drawing/2014/main" id="{298E152A-E881-44E4-AF60-D9E90F1C40FC}"/>
              </a:ext>
            </a:extLst>
          </p:cNvPr>
          <p:cNvSpPr>
            <a:spLocks xmlns:a="http://schemas.openxmlformats.org/drawingml/2006/main" noGrp="1"/>
          </p:cNvSpPr>
          <p:nvPr/>
        </p:nvSpPr>
        <p:spPr>
          <a:xfrm xmlns:a="http://schemas.openxmlformats.org/drawingml/2006/main">
            <a:off x="13906500" y="4638675"/>
            <a:ext cx="3429000" cy="1095375"/>
          </a:xfrm>
          <a:prstGeom xmlns:a="http://schemas.openxmlformats.org/drawingml/2006/main" prst="roundRect">
            <a:avLst>
              <a:gd name="adj" fmla="val 19130"/>
            </a:avLst>
          </a:prstGeom>
          <a:solidFill xmlns:a="http://schemas.openxmlformats.org/drawingml/2006/main">
            <a:srgbClr val="181C30"/>
          </a:solidFill>
          <a:ln xmlns:a="http://schemas.openxmlformats.org/drawingml/2006/main" w="38100">
            <a:solidFill>
              <a:srgbClr val="59617F"/>
            </a:solidFill>
          </a:ln>
        </p:spPr>
      </p:sp>
      <p:sp>
        <p:nvSpPr>
          <p:cNvPr id="15" name="">
            <a:extLst xmlns:a="http://schemas.openxmlformats.org/drawingml/2006/main">
              <a:ext uri="{FF2B5EF4-FFF2-40B4-BE49-F238E27FC236}">
                <a16:creationId xmlns:a16="http://schemas.microsoft.com/office/drawing/2014/main" id="{4E27778E-07F2-4124-AA43-D7F86F80D16F}"/>
              </a:ext>
            </a:extLst>
          </p:cNvPr>
          <p:cNvSpPr>
            <a:spLocks xmlns:a="http://schemas.openxmlformats.org/drawingml/2006/main" noGrp="1"/>
          </p:cNvSpPr>
          <p:nvPr/>
        </p:nvSpPr>
        <p:spPr>
          <a:xfrm xmlns:a="http://schemas.openxmlformats.org/drawingml/2006/main">
            <a:off x="14173200" y="487680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9617F"/>
                </a:solidFill>
                <a:latin typeface="Segoe UI"/>
                <a:ea typeface="Segoe UI"/>
                <a:cs typeface="Segoe UI"/>
              </a:defRPr>
            </a:pPr>
            <a:r>
              <a:rPr sz="3600" b="1">
                <a:solidFill>
                  <a:srgbClr val="59617F"/>
                </a:solidFill>
                <a:latin typeface="Segoe UI"/>
                <a:ea typeface="Segoe UI"/>
                <a:cs typeface="Segoe UI"/>
              </a:rPr>
              <a:t>Desktop</a:t>
            </a:r>
          </a:p>
        </p:txBody>
      </p:sp>
      <p:cxnSp>
        <p:nvCxnSpPr>
          <p:cNvPr id="35" name=""/>
          <p:cNvCxnSpPr>
            <a:stCxn xmlns:a="http://schemas.openxmlformats.org/drawingml/2006/main" id="7" idx="3"/>
            <a:endCxn xmlns:a="http://schemas.openxmlformats.org/drawingml/2006/main" id="14" idx="1"/>
          </p:cNvCxnSpPr>
          <p:nvPr/>
        </p:nvCxnSpPr>
        <p:spPr>
          <a:xfrm xmlns:a="http://schemas.openxmlformats.org/drawingml/2006/main">
            <a:off x="12001500" y="4500563"/>
            <a:ext cx="1905000" cy="685800"/>
          </a:xfrm>
          <a:prstGeom xmlns:a="http://schemas.openxmlformats.org/drawingml/2006/main" prst="bentConnector3">
            <a:avLst>
              <a:gd name="adj1" fmla="val 50000"/>
            </a:avLst>
          </a:prstGeom>
          <a:ln xmlns:a="http://schemas.openxmlformats.org/drawingml/2006/main" w="57150">
            <a:solidFill>
              <a:srgbClr val="59617F"/>
            </a:solidFill>
            <a:prstDash val="solid"/>
            <a:tailEnd type="triangle" w="lg" len="lg"/>
          </a:ln>
        </p:spPr>
      </p:cxnSp>
      <p:sp>
        <p:nvSpPr>
          <p:cNvPr id="17" name="">
            <a:extLst xmlns:a="http://schemas.openxmlformats.org/drawingml/2006/main">
              <a:ext uri="{FF2B5EF4-FFF2-40B4-BE49-F238E27FC236}">
                <a16:creationId xmlns:a16="http://schemas.microsoft.com/office/drawing/2014/main" id="{78339838-F42A-41C4-B8DA-96ACD2F957C6}"/>
              </a:ext>
            </a:extLst>
          </p:cNvPr>
          <p:cNvSpPr>
            <a:spLocks xmlns:a="http://schemas.openxmlformats.org/drawingml/2006/main" noGrp="1"/>
          </p:cNvSpPr>
          <p:nvPr/>
        </p:nvSpPr>
        <p:spPr>
          <a:xfrm xmlns:a="http://schemas.openxmlformats.org/drawingml/2006/main">
            <a:off x="13906500" y="5991225"/>
            <a:ext cx="3429000" cy="1095375"/>
          </a:xfrm>
          <a:prstGeom xmlns:a="http://schemas.openxmlformats.org/drawingml/2006/main" prst="roundRect">
            <a:avLst>
              <a:gd name="adj" fmla="val 19130"/>
            </a:avLst>
          </a:prstGeom>
          <a:solidFill xmlns:a="http://schemas.openxmlformats.org/drawingml/2006/main">
            <a:srgbClr val="181C30"/>
          </a:solidFill>
          <a:ln xmlns:a="http://schemas.openxmlformats.org/drawingml/2006/main" w="38100">
            <a:solidFill>
              <a:srgbClr val="59617F"/>
            </a:solidFill>
          </a:ln>
        </p:spPr>
      </p:sp>
      <p:sp>
        <p:nvSpPr>
          <p:cNvPr id="18" name="">
            <a:extLst xmlns:a="http://schemas.openxmlformats.org/drawingml/2006/main">
              <a:ext uri="{FF2B5EF4-FFF2-40B4-BE49-F238E27FC236}">
                <a16:creationId xmlns:a16="http://schemas.microsoft.com/office/drawing/2014/main" id="{B59AF0B4-7171-46CF-9B51-E3E31162A916}"/>
              </a:ext>
            </a:extLst>
          </p:cNvPr>
          <p:cNvSpPr>
            <a:spLocks xmlns:a="http://schemas.openxmlformats.org/drawingml/2006/main" noGrp="1"/>
          </p:cNvSpPr>
          <p:nvPr/>
        </p:nvSpPr>
        <p:spPr>
          <a:xfrm xmlns:a="http://schemas.openxmlformats.org/drawingml/2006/main">
            <a:off x="14173200" y="62293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9617F"/>
                </a:solidFill>
                <a:latin typeface="Segoe UI"/>
                <a:ea typeface="Segoe UI"/>
                <a:cs typeface="Segoe UI"/>
              </a:defRPr>
            </a:pPr>
            <a:r>
              <a:rPr sz="3600" b="1">
                <a:solidFill>
                  <a:srgbClr val="59617F"/>
                </a:solidFill>
                <a:latin typeface="Segoe UI"/>
                <a:ea typeface="Segoe UI"/>
                <a:cs typeface="Segoe UI"/>
              </a:rPr>
              <a:t>Mobile</a:t>
            </a:r>
          </a:p>
        </p:txBody>
      </p:sp>
      <p:cxnSp>
        <p:nvCxnSpPr>
          <p:cNvPr id="38" name=""/>
          <p:cNvCxnSpPr>
            <a:stCxn xmlns:a="http://schemas.openxmlformats.org/drawingml/2006/main" id="7" idx="3"/>
            <a:endCxn xmlns:a="http://schemas.openxmlformats.org/drawingml/2006/main" id="17" idx="1"/>
          </p:cNvCxnSpPr>
          <p:nvPr/>
        </p:nvCxnSpPr>
        <p:spPr>
          <a:xfrm xmlns:a="http://schemas.openxmlformats.org/drawingml/2006/main">
            <a:off x="12001500" y="4500563"/>
            <a:ext cx="1905000" cy="2038350"/>
          </a:xfrm>
          <a:prstGeom xmlns:a="http://schemas.openxmlformats.org/drawingml/2006/main" prst="bentConnector3">
            <a:avLst>
              <a:gd name="adj1" fmla="val 50000"/>
            </a:avLst>
          </a:prstGeom>
          <a:ln xmlns:a="http://schemas.openxmlformats.org/drawingml/2006/main" w="57150">
            <a:solidFill>
              <a:srgbClr val="59617F"/>
            </a:solidFill>
            <a:prstDash val="solid"/>
            <a:tailEnd type="triangle" w="lg" len="lg"/>
          </a:ln>
        </p:spPr>
      </p:cxnSp>
    </p:spTree>
    <p:extLst>
      <p:ext uri="{BB962C8B-B14F-4D97-AF65-F5344CB8AC3E}">
        <p14:creationId xmlns:p14="http://schemas.microsoft.com/office/powerpoint/2010/main" val="230060386"/>
      </p:ext>
    </p:extLst>
  </p:cSld>
</p:sld>
</file>

<file path=ppt/slides/slide20.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9e53c7b79434fe8"/>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8FBCFD-792C-499E-8178-DA8BB40C9137}"/>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6 / 9</a:t>
            </a:r>
          </a:p>
        </p:txBody>
      </p:sp>
      <p:sp>
        <p:nvSpPr>
          <p:cNvPr id="3" name="">
            <a:extLst xmlns:a="http://schemas.openxmlformats.org/drawingml/2006/main">
              <a:ext uri="{FF2B5EF4-FFF2-40B4-BE49-F238E27FC236}">
                <a16:creationId xmlns:a16="http://schemas.microsoft.com/office/drawing/2014/main" id="{C2AFDAA6-94E4-42F4-9355-D5D1CC579C8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Projection adapts the same contract</a:t>
            </a:r>
          </a:p>
        </p:txBody>
      </p:sp>
      <p:sp>
        <p:nvSpPr>
          <p:cNvPr id="4" name="">
            <a:extLst xmlns:a="http://schemas.openxmlformats.org/drawingml/2006/main">
              <a:ext uri="{FF2B5EF4-FFF2-40B4-BE49-F238E27FC236}">
                <a16:creationId xmlns:a16="http://schemas.microsoft.com/office/drawing/2014/main" id="{F3EB3D8E-4A63-4E19-86E2-9B20238D9A45}"/>
              </a:ext>
            </a:extLst>
          </p:cNvPr>
          <p:cNvSpPr>
            <a:spLocks xmlns:a="http://schemas.openxmlformats.org/drawingml/2006/main" noGrp="1"/>
          </p:cNvSpPr>
          <p:nvPr/>
        </p:nvSpPr>
        <p:spPr>
          <a:xfrm xmlns:a="http://schemas.openxmlformats.org/drawingml/2006/main">
            <a:off x="952500" y="3667125"/>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36FC6694-6B1F-4753-AC9C-30DCC9814398}"/>
              </a:ext>
            </a:extLst>
          </p:cNvPr>
          <p:cNvSpPr>
            <a:spLocks xmlns:a="http://schemas.openxmlformats.org/drawingml/2006/main" noGrp="1"/>
          </p:cNvSpPr>
          <p:nvPr/>
        </p:nvSpPr>
        <p:spPr>
          <a:xfrm xmlns:a="http://schemas.openxmlformats.org/drawingml/2006/main">
            <a:off x="1219200" y="3905250"/>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Primitives</a:t>
            </a:r>
          </a:p>
        </p:txBody>
      </p:sp>
      <p:sp>
        <p:nvSpPr>
          <p:cNvPr id="6" name="">
            <a:extLst xmlns:a="http://schemas.openxmlformats.org/drawingml/2006/main">
              <a:ext uri="{FF2B5EF4-FFF2-40B4-BE49-F238E27FC236}">
                <a16:creationId xmlns:a16="http://schemas.microsoft.com/office/drawing/2014/main" id="{184C2BE9-7200-4CC0-88BD-46B4404246BC}"/>
              </a:ext>
            </a:extLst>
          </p:cNvPr>
          <p:cNvSpPr>
            <a:spLocks xmlns:a="http://schemas.openxmlformats.org/drawingml/2006/main" noGrp="1"/>
          </p:cNvSpPr>
          <p:nvPr/>
        </p:nvSpPr>
        <p:spPr>
          <a:xfrm xmlns:a="http://schemas.openxmlformats.org/drawingml/2006/main">
            <a:off x="1095375" y="571500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0">
                <a:solidFill>
                  <a:srgbClr val="A499FF"/>
                </a:solidFill>
                <a:latin typeface="Segoe UI"/>
                <a:ea typeface="Segoe UI"/>
                <a:cs typeface="Segoe UI"/>
              </a:defRPr>
            </a:pPr>
            <a:r>
              <a:rPr sz="3938" b="0">
                <a:solidFill>
                  <a:srgbClr val="A499FF"/>
                </a:solidFill>
                <a:latin typeface="Segoe UI"/>
                <a:ea typeface="Segoe UI"/>
                <a:cs typeface="Segoe UI"/>
              </a:rPr>
              <a:t>Defines types</a:t>
            </a:r>
          </a:p>
        </p:txBody>
      </p:sp>
      <p:sp>
        <p:nvSpPr>
          <p:cNvPr id="7" name="">
            <a:extLst xmlns:a="http://schemas.openxmlformats.org/drawingml/2006/main">
              <a:ext uri="{FF2B5EF4-FFF2-40B4-BE49-F238E27FC236}">
                <a16:creationId xmlns:a16="http://schemas.microsoft.com/office/drawing/2014/main" id="{D6184C40-7EBF-46A8-82C1-C7E16F6B6DC9}"/>
              </a:ext>
            </a:extLst>
          </p:cNvPr>
          <p:cNvSpPr>
            <a:spLocks xmlns:a="http://schemas.openxmlformats.org/drawingml/2006/main" noGrp="1"/>
          </p:cNvSpPr>
          <p:nvPr/>
        </p:nvSpPr>
        <p:spPr>
          <a:xfrm xmlns:a="http://schemas.openxmlformats.org/drawingml/2006/main">
            <a:off x="6953250" y="3667125"/>
            <a:ext cx="50482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DB1D0F75-ACBF-40E8-9513-484EA6E03C8A}"/>
              </a:ext>
            </a:extLst>
          </p:cNvPr>
          <p:cNvSpPr>
            <a:spLocks xmlns:a="http://schemas.openxmlformats.org/drawingml/2006/main" noGrp="1"/>
          </p:cNvSpPr>
          <p:nvPr/>
        </p:nvSpPr>
        <p:spPr>
          <a:xfrm xmlns:a="http://schemas.openxmlformats.org/drawingml/2006/main">
            <a:off x="7219950" y="3905250"/>
            <a:ext cx="4514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Projection</a:t>
            </a:r>
          </a:p>
        </p:txBody>
      </p:sp>
      <p:sp>
        <p:nvSpPr>
          <p:cNvPr id="9" name="">
            <a:extLst xmlns:a="http://schemas.openxmlformats.org/drawingml/2006/main">
              <a:ext uri="{FF2B5EF4-FFF2-40B4-BE49-F238E27FC236}">
                <a16:creationId xmlns:a16="http://schemas.microsoft.com/office/drawing/2014/main" id="{68CACCD5-4194-4D3F-A8D2-BEBF02B5C12D}"/>
              </a:ext>
            </a:extLst>
          </p:cNvPr>
          <p:cNvSpPr>
            <a:spLocks xmlns:a="http://schemas.openxmlformats.org/drawingml/2006/main" noGrp="1"/>
          </p:cNvSpPr>
          <p:nvPr/>
        </p:nvSpPr>
        <p:spPr>
          <a:xfrm xmlns:a="http://schemas.openxmlformats.org/drawingml/2006/main">
            <a:off x="6953250" y="5715000"/>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73DCD5"/>
                </a:solidFill>
                <a:latin typeface="Segoe UI"/>
                <a:ea typeface="Segoe UI"/>
                <a:cs typeface="Segoe UI"/>
              </a:defRPr>
            </a:pPr>
            <a:r>
              <a:rPr sz="3713" b="0">
                <a:solidFill>
                  <a:srgbClr val="73DCD5"/>
                </a:solidFill>
                <a:latin typeface="Segoe UI"/>
                <a:ea typeface="Segoe UI"/>
                <a:cs typeface="Segoe UI"/>
              </a:rPr>
              <a:t>Renders &amp; adapts</a:t>
            </a:r>
          </a:p>
        </p:txBody>
      </p:sp>
      <p:cxnSp>
        <p:nvCxnSpPr>
          <p:cNvPr id="29" name=""/>
          <p:cNvCxnSpPr>
            <a:stCxn xmlns:a="http://schemas.openxmlformats.org/drawingml/2006/main" id="4" idx="3"/>
            <a:endCxn xmlns:a="http://schemas.openxmlformats.org/drawingml/2006/main" id="7" idx="1"/>
          </p:cNvCxnSpPr>
          <p:nvPr/>
        </p:nvCxnSpPr>
        <p:spPr>
          <a:xfrm xmlns:a="http://schemas.openxmlformats.org/drawingml/2006/main">
            <a:off x="5810250" y="4500563"/>
            <a:ext cx="1143000"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sp>
        <p:nvSpPr>
          <p:cNvPr id="11" name="">
            <a:extLst xmlns:a="http://schemas.openxmlformats.org/drawingml/2006/main">
              <a:ext uri="{FF2B5EF4-FFF2-40B4-BE49-F238E27FC236}">
                <a16:creationId xmlns:a16="http://schemas.microsoft.com/office/drawing/2014/main" id="{FC756A07-06B2-40AF-B889-1644E600986F}"/>
              </a:ext>
            </a:extLst>
          </p:cNvPr>
          <p:cNvSpPr>
            <a:spLocks xmlns:a="http://schemas.openxmlformats.org/drawingml/2006/main" noGrp="1"/>
          </p:cNvSpPr>
          <p:nvPr/>
        </p:nvSpPr>
        <p:spPr>
          <a:xfrm xmlns:a="http://schemas.openxmlformats.org/drawingml/2006/main">
            <a:off x="13906500" y="328612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2" name="">
            <a:extLst xmlns:a="http://schemas.openxmlformats.org/drawingml/2006/main">
              <a:ext uri="{FF2B5EF4-FFF2-40B4-BE49-F238E27FC236}">
                <a16:creationId xmlns:a16="http://schemas.microsoft.com/office/drawing/2014/main" id="{C117DEB7-C120-4A8C-9196-43740BBB83E5}"/>
              </a:ext>
            </a:extLst>
          </p:cNvPr>
          <p:cNvSpPr>
            <a:spLocks xmlns:a="http://schemas.openxmlformats.org/drawingml/2006/main" noGrp="1"/>
          </p:cNvSpPr>
          <p:nvPr/>
        </p:nvSpPr>
        <p:spPr>
          <a:xfrm xmlns:a="http://schemas.openxmlformats.org/drawingml/2006/main">
            <a:off x="14173200" y="35242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Web</a:t>
            </a:r>
          </a:p>
        </p:txBody>
      </p:sp>
      <p:cxnSp>
        <p:nvCxnSpPr>
          <p:cNvPr id="32" name=""/>
          <p:cNvCxnSpPr>
            <a:stCxn xmlns:a="http://schemas.openxmlformats.org/drawingml/2006/main" id="7" idx="3"/>
            <a:endCxn xmlns:a="http://schemas.openxmlformats.org/drawingml/2006/main" id="11" idx="1"/>
          </p:cNvCxnSpPr>
          <p:nvPr/>
        </p:nvCxnSpPr>
        <p:spPr>
          <a:xfrm xmlns:a="http://schemas.openxmlformats.org/drawingml/2006/main" flipV="1">
            <a:off x="12001500" y="3833813"/>
            <a:ext cx="1905000" cy="66675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
        <p:nvSpPr>
          <p:cNvPr id="14" name="">
            <a:extLst xmlns:a="http://schemas.openxmlformats.org/drawingml/2006/main">
              <a:ext uri="{FF2B5EF4-FFF2-40B4-BE49-F238E27FC236}">
                <a16:creationId xmlns:a16="http://schemas.microsoft.com/office/drawing/2014/main" id="{FEB19D1B-261B-4338-8958-F1AFB3046127}"/>
              </a:ext>
            </a:extLst>
          </p:cNvPr>
          <p:cNvSpPr>
            <a:spLocks xmlns:a="http://schemas.openxmlformats.org/drawingml/2006/main" noGrp="1"/>
          </p:cNvSpPr>
          <p:nvPr/>
        </p:nvSpPr>
        <p:spPr>
          <a:xfrm xmlns:a="http://schemas.openxmlformats.org/drawingml/2006/main">
            <a:off x="13906500" y="463867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5" name="">
            <a:extLst xmlns:a="http://schemas.openxmlformats.org/drawingml/2006/main">
              <a:ext uri="{FF2B5EF4-FFF2-40B4-BE49-F238E27FC236}">
                <a16:creationId xmlns:a16="http://schemas.microsoft.com/office/drawing/2014/main" id="{E435B697-33BF-47C5-BE3A-9B2D4CAC8DC6}"/>
              </a:ext>
            </a:extLst>
          </p:cNvPr>
          <p:cNvSpPr>
            <a:spLocks xmlns:a="http://schemas.openxmlformats.org/drawingml/2006/main" noGrp="1"/>
          </p:cNvSpPr>
          <p:nvPr/>
        </p:nvSpPr>
        <p:spPr>
          <a:xfrm xmlns:a="http://schemas.openxmlformats.org/drawingml/2006/main">
            <a:off x="14173200" y="487680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Desktop</a:t>
            </a:r>
          </a:p>
        </p:txBody>
      </p:sp>
      <p:cxnSp>
        <p:nvCxnSpPr>
          <p:cNvPr id="35" name=""/>
          <p:cNvCxnSpPr>
            <a:stCxn xmlns:a="http://schemas.openxmlformats.org/drawingml/2006/main" id="7" idx="3"/>
            <a:endCxn xmlns:a="http://schemas.openxmlformats.org/drawingml/2006/main" id="14" idx="1"/>
          </p:cNvCxnSpPr>
          <p:nvPr/>
        </p:nvCxnSpPr>
        <p:spPr>
          <a:xfrm xmlns:a="http://schemas.openxmlformats.org/drawingml/2006/main">
            <a:off x="12001500" y="4500563"/>
            <a:ext cx="1905000" cy="68580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
        <p:nvSpPr>
          <p:cNvPr id="17" name="">
            <a:extLst xmlns:a="http://schemas.openxmlformats.org/drawingml/2006/main">
              <a:ext uri="{FF2B5EF4-FFF2-40B4-BE49-F238E27FC236}">
                <a16:creationId xmlns:a16="http://schemas.microsoft.com/office/drawing/2014/main" id="{6FF35DFF-EC43-4232-B2C9-D362BD338B45}"/>
              </a:ext>
            </a:extLst>
          </p:cNvPr>
          <p:cNvSpPr>
            <a:spLocks xmlns:a="http://schemas.openxmlformats.org/drawingml/2006/main" noGrp="1"/>
          </p:cNvSpPr>
          <p:nvPr/>
        </p:nvSpPr>
        <p:spPr>
          <a:xfrm xmlns:a="http://schemas.openxmlformats.org/drawingml/2006/main">
            <a:off x="13906500" y="599122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8" name="">
            <a:extLst xmlns:a="http://schemas.openxmlformats.org/drawingml/2006/main">
              <a:ext uri="{FF2B5EF4-FFF2-40B4-BE49-F238E27FC236}">
                <a16:creationId xmlns:a16="http://schemas.microsoft.com/office/drawing/2014/main" id="{C7873CD4-5307-4FEE-94C1-89B29FCDEA94}"/>
              </a:ext>
            </a:extLst>
          </p:cNvPr>
          <p:cNvSpPr>
            <a:spLocks xmlns:a="http://schemas.openxmlformats.org/drawingml/2006/main" noGrp="1"/>
          </p:cNvSpPr>
          <p:nvPr/>
        </p:nvSpPr>
        <p:spPr>
          <a:xfrm xmlns:a="http://schemas.openxmlformats.org/drawingml/2006/main">
            <a:off x="14173200" y="62293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Mobile</a:t>
            </a:r>
          </a:p>
        </p:txBody>
      </p:sp>
      <p:cxnSp>
        <p:nvCxnSpPr>
          <p:cNvPr id="38" name=""/>
          <p:cNvCxnSpPr>
            <a:stCxn xmlns:a="http://schemas.openxmlformats.org/drawingml/2006/main" id="7" idx="3"/>
            <a:endCxn xmlns:a="http://schemas.openxmlformats.org/drawingml/2006/main" id="17" idx="1"/>
          </p:cNvCxnSpPr>
          <p:nvPr/>
        </p:nvCxnSpPr>
        <p:spPr>
          <a:xfrm xmlns:a="http://schemas.openxmlformats.org/drawingml/2006/main">
            <a:off x="12001500" y="4500563"/>
            <a:ext cx="1905000" cy="203835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Tree>
    <p:extLst>
      <p:ext uri="{BB962C8B-B14F-4D97-AF65-F5344CB8AC3E}">
        <p14:creationId xmlns:p14="http://schemas.microsoft.com/office/powerpoint/2010/main" val="1739799208"/>
      </p:ext>
    </p:extLst>
  </p:cSld>
</p:sld>
</file>

<file path=ppt/slides/slide21.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7eb653c07cf4c9c"/>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99792F-7306-441F-9F33-4EDF6C16243B}"/>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6 / 9</a:t>
            </a:r>
          </a:p>
        </p:txBody>
      </p:sp>
      <p:sp>
        <p:nvSpPr>
          <p:cNvPr id="3" name="">
            <a:extLst xmlns:a="http://schemas.openxmlformats.org/drawingml/2006/main">
              <a:ext uri="{FF2B5EF4-FFF2-40B4-BE49-F238E27FC236}">
                <a16:creationId xmlns:a16="http://schemas.microsoft.com/office/drawing/2014/main" id="{3B945B8D-23B7-4F53-B364-42DCE22296D8}"/>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Each component owns its part</a:t>
            </a:r>
          </a:p>
        </p:txBody>
      </p:sp>
      <p:sp>
        <p:nvSpPr>
          <p:cNvPr id="4" name="">
            <a:extLst xmlns:a="http://schemas.openxmlformats.org/drawingml/2006/main">
              <a:ext uri="{FF2B5EF4-FFF2-40B4-BE49-F238E27FC236}">
                <a16:creationId xmlns:a16="http://schemas.microsoft.com/office/drawing/2014/main" id="{0CDB2B52-E1C3-4EC7-BA50-F65C13922874}"/>
              </a:ext>
            </a:extLst>
          </p:cNvPr>
          <p:cNvSpPr>
            <a:spLocks xmlns:a="http://schemas.openxmlformats.org/drawingml/2006/main" noGrp="1"/>
          </p:cNvSpPr>
          <p:nvPr/>
        </p:nvSpPr>
        <p:spPr>
          <a:xfrm xmlns:a="http://schemas.openxmlformats.org/drawingml/2006/main">
            <a:off x="952500" y="3667125"/>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5F73D1F6-49EB-4963-A8BC-730C9B277B05}"/>
              </a:ext>
            </a:extLst>
          </p:cNvPr>
          <p:cNvSpPr>
            <a:spLocks xmlns:a="http://schemas.openxmlformats.org/drawingml/2006/main" noGrp="1"/>
          </p:cNvSpPr>
          <p:nvPr/>
        </p:nvSpPr>
        <p:spPr>
          <a:xfrm xmlns:a="http://schemas.openxmlformats.org/drawingml/2006/main">
            <a:off x="1219200" y="3905250"/>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Primitives</a:t>
            </a:r>
          </a:p>
        </p:txBody>
      </p:sp>
      <p:sp>
        <p:nvSpPr>
          <p:cNvPr id="6" name="">
            <a:extLst xmlns:a="http://schemas.openxmlformats.org/drawingml/2006/main">
              <a:ext uri="{FF2B5EF4-FFF2-40B4-BE49-F238E27FC236}">
                <a16:creationId xmlns:a16="http://schemas.microsoft.com/office/drawing/2014/main" id="{88698D40-C40F-4FDA-AB7F-1587EC79B886}"/>
              </a:ext>
            </a:extLst>
          </p:cNvPr>
          <p:cNvSpPr>
            <a:spLocks xmlns:a="http://schemas.openxmlformats.org/drawingml/2006/main" noGrp="1"/>
          </p:cNvSpPr>
          <p:nvPr/>
        </p:nvSpPr>
        <p:spPr>
          <a:xfrm xmlns:a="http://schemas.openxmlformats.org/drawingml/2006/main">
            <a:off x="1095375" y="571500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0">
                <a:solidFill>
                  <a:srgbClr val="A499FF"/>
                </a:solidFill>
                <a:latin typeface="Segoe UI"/>
                <a:ea typeface="Segoe UI"/>
                <a:cs typeface="Segoe UI"/>
              </a:defRPr>
            </a:pPr>
            <a:r>
              <a:rPr sz="3938" b="0">
                <a:solidFill>
                  <a:srgbClr val="A499FF"/>
                </a:solidFill>
                <a:latin typeface="Segoe UI"/>
                <a:ea typeface="Segoe UI"/>
                <a:cs typeface="Segoe UI"/>
              </a:rPr>
              <a:t>Defines types</a:t>
            </a:r>
          </a:p>
        </p:txBody>
      </p:sp>
      <p:sp>
        <p:nvSpPr>
          <p:cNvPr id="7" name="">
            <a:extLst xmlns:a="http://schemas.openxmlformats.org/drawingml/2006/main">
              <a:ext uri="{FF2B5EF4-FFF2-40B4-BE49-F238E27FC236}">
                <a16:creationId xmlns:a16="http://schemas.microsoft.com/office/drawing/2014/main" id="{9BD4AEF3-46DF-43DB-881D-F56BA3D8834A}"/>
              </a:ext>
            </a:extLst>
          </p:cNvPr>
          <p:cNvSpPr>
            <a:spLocks xmlns:a="http://schemas.openxmlformats.org/drawingml/2006/main" noGrp="1"/>
          </p:cNvSpPr>
          <p:nvPr/>
        </p:nvSpPr>
        <p:spPr>
          <a:xfrm xmlns:a="http://schemas.openxmlformats.org/drawingml/2006/main">
            <a:off x="6953250" y="3667125"/>
            <a:ext cx="50482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73DCD5"/>
            </a:solidFill>
          </a:ln>
        </p:spPr>
      </p:sp>
      <p:sp>
        <p:nvSpPr>
          <p:cNvPr id="8" name="">
            <a:extLst xmlns:a="http://schemas.openxmlformats.org/drawingml/2006/main">
              <a:ext uri="{FF2B5EF4-FFF2-40B4-BE49-F238E27FC236}">
                <a16:creationId xmlns:a16="http://schemas.microsoft.com/office/drawing/2014/main" id="{22F35B13-5980-43AB-AF2D-6924B785FC27}"/>
              </a:ext>
            </a:extLst>
          </p:cNvPr>
          <p:cNvSpPr>
            <a:spLocks xmlns:a="http://schemas.openxmlformats.org/drawingml/2006/main" noGrp="1"/>
          </p:cNvSpPr>
          <p:nvPr/>
        </p:nvSpPr>
        <p:spPr>
          <a:xfrm xmlns:a="http://schemas.openxmlformats.org/drawingml/2006/main">
            <a:off x="7219950" y="3905250"/>
            <a:ext cx="4514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Projection</a:t>
            </a:r>
          </a:p>
        </p:txBody>
      </p:sp>
      <p:sp>
        <p:nvSpPr>
          <p:cNvPr id="9" name="">
            <a:extLst xmlns:a="http://schemas.openxmlformats.org/drawingml/2006/main">
              <a:ext uri="{FF2B5EF4-FFF2-40B4-BE49-F238E27FC236}">
                <a16:creationId xmlns:a16="http://schemas.microsoft.com/office/drawing/2014/main" id="{B0328AD9-F9B2-49FD-B741-5E28E964D424}"/>
              </a:ext>
            </a:extLst>
          </p:cNvPr>
          <p:cNvSpPr>
            <a:spLocks xmlns:a="http://schemas.openxmlformats.org/drawingml/2006/main" noGrp="1"/>
          </p:cNvSpPr>
          <p:nvPr/>
        </p:nvSpPr>
        <p:spPr>
          <a:xfrm xmlns:a="http://schemas.openxmlformats.org/drawingml/2006/main">
            <a:off x="6953250" y="5715000"/>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0">
                <a:solidFill>
                  <a:srgbClr val="73DCD5"/>
                </a:solidFill>
                <a:latin typeface="Segoe UI"/>
                <a:ea typeface="Segoe UI"/>
                <a:cs typeface="Segoe UI"/>
              </a:defRPr>
            </a:pPr>
            <a:r>
              <a:rPr sz="3713" b="0">
                <a:solidFill>
                  <a:srgbClr val="73DCD5"/>
                </a:solidFill>
                <a:latin typeface="Segoe UI"/>
                <a:ea typeface="Segoe UI"/>
                <a:cs typeface="Segoe UI"/>
              </a:rPr>
              <a:t>Renders &amp; adapts</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5810250" y="4500563"/>
            <a:ext cx="1143000"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sp>
        <p:nvSpPr>
          <p:cNvPr id="11" name="">
            <a:extLst xmlns:a="http://schemas.openxmlformats.org/drawingml/2006/main">
              <a:ext uri="{FF2B5EF4-FFF2-40B4-BE49-F238E27FC236}">
                <a16:creationId xmlns:a16="http://schemas.microsoft.com/office/drawing/2014/main" id="{DF445552-445B-46C7-AEC4-346B2C654857}"/>
              </a:ext>
            </a:extLst>
          </p:cNvPr>
          <p:cNvSpPr>
            <a:spLocks xmlns:a="http://schemas.openxmlformats.org/drawingml/2006/main" noGrp="1"/>
          </p:cNvSpPr>
          <p:nvPr/>
        </p:nvSpPr>
        <p:spPr>
          <a:xfrm xmlns:a="http://schemas.openxmlformats.org/drawingml/2006/main">
            <a:off x="13906500" y="328612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2" name="">
            <a:extLst xmlns:a="http://schemas.openxmlformats.org/drawingml/2006/main">
              <a:ext uri="{FF2B5EF4-FFF2-40B4-BE49-F238E27FC236}">
                <a16:creationId xmlns:a16="http://schemas.microsoft.com/office/drawing/2014/main" id="{B5BAA8AF-EB86-48A1-B7F1-9E6AF117B64F}"/>
              </a:ext>
            </a:extLst>
          </p:cNvPr>
          <p:cNvSpPr>
            <a:spLocks xmlns:a="http://schemas.openxmlformats.org/drawingml/2006/main" noGrp="1"/>
          </p:cNvSpPr>
          <p:nvPr/>
        </p:nvSpPr>
        <p:spPr>
          <a:xfrm xmlns:a="http://schemas.openxmlformats.org/drawingml/2006/main">
            <a:off x="14173200" y="35242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Web</a:t>
            </a:r>
          </a:p>
        </p:txBody>
      </p:sp>
      <p:cxnSp>
        <p:nvCxnSpPr>
          <p:cNvPr id="34" name=""/>
          <p:cNvCxnSpPr>
            <a:stCxn xmlns:a="http://schemas.openxmlformats.org/drawingml/2006/main" id="7" idx="3"/>
            <a:endCxn xmlns:a="http://schemas.openxmlformats.org/drawingml/2006/main" id="11" idx="1"/>
          </p:cNvCxnSpPr>
          <p:nvPr/>
        </p:nvCxnSpPr>
        <p:spPr>
          <a:xfrm xmlns:a="http://schemas.openxmlformats.org/drawingml/2006/main" flipV="1">
            <a:off x="12001500" y="3833813"/>
            <a:ext cx="1905000" cy="66675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
        <p:nvSpPr>
          <p:cNvPr id="14" name="">
            <a:extLst xmlns:a="http://schemas.openxmlformats.org/drawingml/2006/main">
              <a:ext uri="{FF2B5EF4-FFF2-40B4-BE49-F238E27FC236}">
                <a16:creationId xmlns:a16="http://schemas.microsoft.com/office/drawing/2014/main" id="{EA77363A-53E9-4961-8B2F-6F36B44FE5D7}"/>
              </a:ext>
            </a:extLst>
          </p:cNvPr>
          <p:cNvSpPr>
            <a:spLocks xmlns:a="http://schemas.openxmlformats.org/drawingml/2006/main" noGrp="1"/>
          </p:cNvSpPr>
          <p:nvPr/>
        </p:nvSpPr>
        <p:spPr>
          <a:xfrm xmlns:a="http://schemas.openxmlformats.org/drawingml/2006/main">
            <a:off x="13906500" y="463867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5" name="">
            <a:extLst xmlns:a="http://schemas.openxmlformats.org/drawingml/2006/main">
              <a:ext uri="{FF2B5EF4-FFF2-40B4-BE49-F238E27FC236}">
                <a16:creationId xmlns:a16="http://schemas.microsoft.com/office/drawing/2014/main" id="{D9CB0CF4-E4AB-493C-BC57-9352B22DCE61}"/>
              </a:ext>
            </a:extLst>
          </p:cNvPr>
          <p:cNvSpPr>
            <a:spLocks xmlns:a="http://schemas.openxmlformats.org/drawingml/2006/main" noGrp="1"/>
          </p:cNvSpPr>
          <p:nvPr/>
        </p:nvSpPr>
        <p:spPr>
          <a:xfrm xmlns:a="http://schemas.openxmlformats.org/drawingml/2006/main">
            <a:off x="14173200" y="487680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Desktop</a:t>
            </a:r>
          </a:p>
        </p:txBody>
      </p:sp>
      <p:cxnSp>
        <p:nvCxnSpPr>
          <p:cNvPr id="37" name=""/>
          <p:cNvCxnSpPr>
            <a:stCxn xmlns:a="http://schemas.openxmlformats.org/drawingml/2006/main" id="7" idx="3"/>
            <a:endCxn xmlns:a="http://schemas.openxmlformats.org/drawingml/2006/main" id="14" idx="1"/>
          </p:cNvCxnSpPr>
          <p:nvPr/>
        </p:nvCxnSpPr>
        <p:spPr>
          <a:xfrm xmlns:a="http://schemas.openxmlformats.org/drawingml/2006/main">
            <a:off x="12001500" y="4500563"/>
            <a:ext cx="1905000" cy="68580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
        <p:nvSpPr>
          <p:cNvPr id="17" name="">
            <a:extLst xmlns:a="http://schemas.openxmlformats.org/drawingml/2006/main">
              <a:ext uri="{FF2B5EF4-FFF2-40B4-BE49-F238E27FC236}">
                <a16:creationId xmlns:a16="http://schemas.microsoft.com/office/drawing/2014/main" id="{B232E1AB-3F0D-48DC-9490-1FE0A2637943}"/>
              </a:ext>
            </a:extLst>
          </p:cNvPr>
          <p:cNvSpPr>
            <a:spLocks xmlns:a="http://schemas.openxmlformats.org/drawingml/2006/main" noGrp="1"/>
          </p:cNvSpPr>
          <p:nvPr/>
        </p:nvSpPr>
        <p:spPr>
          <a:xfrm xmlns:a="http://schemas.openxmlformats.org/drawingml/2006/main">
            <a:off x="13906500" y="5991225"/>
            <a:ext cx="342900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73DCD5"/>
            </a:solidFill>
          </a:ln>
        </p:spPr>
      </p:sp>
      <p:sp>
        <p:nvSpPr>
          <p:cNvPr id="18" name="">
            <a:extLst xmlns:a="http://schemas.openxmlformats.org/drawingml/2006/main">
              <a:ext uri="{FF2B5EF4-FFF2-40B4-BE49-F238E27FC236}">
                <a16:creationId xmlns:a16="http://schemas.microsoft.com/office/drawing/2014/main" id="{0C7758FD-F87F-4CE4-ACE9-2BCE1436F06A}"/>
              </a:ext>
            </a:extLst>
          </p:cNvPr>
          <p:cNvSpPr>
            <a:spLocks xmlns:a="http://schemas.openxmlformats.org/drawingml/2006/main" noGrp="1"/>
          </p:cNvSpPr>
          <p:nvPr/>
        </p:nvSpPr>
        <p:spPr>
          <a:xfrm xmlns:a="http://schemas.openxmlformats.org/drawingml/2006/main">
            <a:off x="14173200" y="6229350"/>
            <a:ext cx="289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4F6"/>
                </a:solidFill>
                <a:latin typeface="Segoe UI"/>
                <a:ea typeface="Segoe UI"/>
                <a:cs typeface="Segoe UI"/>
              </a:defRPr>
            </a:pPr>
            <a:r>
              <a:rPr sz="3600" b="1">
                <a:solidFill>
                  <a:srgbClr val="F3F4F6"/>
                </a:solidFill>
                <a:latin typeface="Segoe UI"/>
                <a:ea typeface="Segoe UI"/>
                <a:cs typeface="Segoe UI"/>
              </a:rPr>
              <a:t>Mobile</a:t>
            </a:r>
          </a:p>
        </p:txBody>
      </p:sp>
      <p:cxnSp>
        <p:nvCxnSpPr>
          <p:cNvPr id="40" name=""/>
          <p:cNvCxnSpPr>
            <a:stCxn xmlns:a="http://schemas.openxmlformats.org/drawingml/2006/main" id="7" idx="3"/>
            <a:endCxn xmlns:a="http://schemas.openxmlformats.org/drawingml/2006/main" id="17" idx="1"/>
          </p:cNvCxnSpPr>
          <p:nvPr/>
        </p:nvCxnSpPr>
        <p:spPr>
          <a:xfrm xmlns:a="http://schemas.openxmlformats.org/drawingml/2006/main">
            <a:off x="12001500" y="4500563"/>
            <a:ext cx="1905000" cy="2038350"/>
          </a:xfrm>
          <a:prstGeom xmlns:a="http://schemas.openxmlformats.org/drawingml/2006/main" prst="bentConnector3">
            <a:avLst>
              <a:gd name="adj1" fmla="val 50000"/>
            </a:avLst>
          </a:prstGeom>
          <a:ln xmlns:a="http://schemas.openxmlformats.org/drawingml/2006/main" w="57150">
            <a:solidFill>
              <a:srgbClr val="73DCD5"/>
            </a:solidFill>
            <a:prstDash val="solid"/>
            <a:tailEnd type="triangle" w="lg" len="lg"/>
          </a:ln>
        </p:spPr>
      </p:cxnSp>
      <p:sp>
        <p:nvSpPr>
          <p:cNvPr id="20" name="">
            <a:extLst xmlns:a="http://schemas.openxmlformats.org/drawingml/2006/main">
              <a:ext uri="{FF2B5EF4-FFF2-40B4-BE49-F238E27FC236}">
                <a16:creationId xmlns:a16="http://schemas.microsoft.com/office/drawing/2014/main" id="{DA2FE812-A9D9-4CDD-8CB1-D529E9D5ACAF}"/>
              </a:ext>
            </a:extLst>
          </p:cNvPr>
          <p:cNvSpPr>
            <a:spLocks xmlns:a="http://schemas.openxmlformats.org/drawingml/2006/main" noGrp="1"/>
          </p:cNvSpPr>
          <p:nvPr/>
        </p:nvSpPr>
        <p:spPr>
          <a:xfrm xmlns:a="http://schemas.openxmlformats.org/drawingml/2006/main">
            <a:off x="1047750" y="6762750"/>
            <a:ext cx="7667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4F6"/>
                </a:solidFill>
                <a:latin typeface="Segoe UI"/>
                <a:ea typeface="Segoe UI"/>
                <a:cs typeface="Segoe UI"/>
              </a:defRPr>
            </a:pPr>
            <a:r>
              <a:rPr sz="4050" b="1">
                <a:solidFill>
                  <a:srgbClr val="F3F4F6"/>
                </a:solidFill>
                <a:latin typeface="Segoe UI"/>
                <a:ea typeface="Segoe UI"/>
                <a:cs typeface="Segoe UI"/>
              </a:rPr>
              <a:t>Deep orchestrates</a:t>
            </a:r>
          </a:p>
        </p:txBody>
      </p:sp>
      <p:sp>
        <p:nvSpPr>
          <p:cNvPr id="21" name="">
            <a:extLst xmlns:a="http://schemas.openxmlformats.org/drawingml/2006/main">
              <a:ext uri="{FF2B5EF4-FFF2-40B4-BE49-F238E27FC236}">
                <a16:creationId xmlns:a16="http://schemas.microsoft.com/office/drawing/2014/main" id="{80C13BB9-30B7-4B1D-916E-9FD3099776F8}"/>
              </a:ext>
            </a:extLst>
          </p:cNvPr>
          <p:cNvSpPr>
            <a:spLocks xmlns:a="http://schemas.openxmlformats.org/drawingml/2006/main" noGrp="1"/>
          </p:cNvSpPr>
          <p:nvPr/>
        </p:nvSpPr>
        <p:spPr>
          <a:xfrm xmlns:a="http://schemas.openxmlformats.org/drawingml/2006/main">
            <a:off x="9239250" y="6762750"/>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4F6"/>
                </a:solidFill>
                <a:latin typeface="Segoe UI"/>
                <a:ea typeface="Segoe UI"/>
                <a:cs typeface="Segoe UI"/>
              </a:defRPr>
            </a:pPr>
            <a:r>
              <a:rPr sz="4050" b="1">
                <a:solidFill>
                  <a:srgbClr val="F3F4F6"/>
                </a:solidFill>
                <a:latin typeface="Segoe UI"/>
                <a:ea typeface="Segoe UI"/>
                <a:cs typeface="Segoe UI"/>
              </a:rPr>
              <a:t>Plane persists state</a:t>
            </a:r>
          </a:p>
        </p:txBody>
      </p:sp>
    </p:spTree>
    <p:extLst>
      <p:ext uri="{BB962C8B-B14F-4D97-AF65-F5344CB8AC3E}">
        <p14:creationId xmlns:p14="http://schemas.microsoft.com/office/powerpoint/2010/main" val="531354603"/>
      </p:ext>
    </p:extLst>
  </p:cSld>
</p:sld>
</file>

<file path=ppt/slides/slide22.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35b864f5304f6c"/>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E5413D-881C-49FE-821D-D70179DB4D93}"/>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6 / 9</a:t>
            </a:r>
          </a:p>
        </p:txBody>
      </p:sp>
      <p:sp>
        <p:nvSpPr>
          <p:cNvPr id="3" name="">
            <a:extLst xmlns:a="http://schemas.openxmlformats.org/drawingml/2006/main">
              <a:ext uri="{FF2B5EF4-FFF2-40B4-BE49-F238E27FC236}">
                <a16:creationId xmlns:a16="http://schemas.microsoft.com/office/drawing/2014/main" id="{D4EBBB91-8DBD-41E8-9A43-D7E93D060F2B}"/>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Same meaning, layouts that fit</a:t>
            </a:r>
          </a:p>
        </p:txBody>
      </p:sp>
      <p:sp>
        <p:nvSpPr>
          <p:cNvPr id="4" name="">
            <a:extLst xmlns:a="http://schemas.openxmlformats.org/drawingml/2006/main">
              <a:ext uri="{FF2B5EF4-FFF2-40B4-BE49-F238E27FC236}">
                <a16:creationId xmlns:a16="http://schemas.microsoft.com/office/drawing/2014/main" id="{17684F0A-07FC-44A2-BD0D-A84D7C240196}"/>
              </a:ext>
            </a:extLst>
          </p:cNvPr>
          <p:cNvSpPr>
            <a:spLocks xmlns:a="http://schemas.openxmlformats.org/drawingml/2006/main" noGrp="1"/>
          </p:cNvSpPr>
          <p:nvPr/>
        </p:nvSpPr>
        <p:spPr>
          <a:xfrm xmlns:a="http://schemas.openxmlformats.org/drawingml/2006/main">
            <a:off x="952500" y="2790825"/>
            <a:ext cx="1524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0">
                <a:solidFill>
                  <a:srgbClr val="ABB2CD"/>
                </a:solidFill>
                <a:latin typeface="Segoe UI"/>
                <a:ea typeface="Segoe UI"/>
                <a:cs typeface="Segoe UI"/>
              </a:defRPr>
            </a:pPr>
            <a:r>
              <a:rPr sz="2138" b="0">
                <a:solidFill>
                  <a:srgbClr val="ABB2CD"/>
                </a:solidFill>
                <a:latin typeface="Segoe UI"/>
                <a:ea typeface="Segoe UI"/>
                <a:cs typeface="Segoe UI"/>
              </a:rPr>
              <a:t>EXAMPLE</a:t>
            </a:r>
          </a:p>
        </p:txBody>
      </p:sp>
      <p:sp>
        <p:nvSpPr>
          <p:cNvPr id="5" name="">
            <a:extLst xmlns:a="http://schemas.openxmlformats.org/drawingml/2006/main">
              <a:ext uri="{FF2B5EF4-FFF2-40B4-BE49-F238E27FC236}">
                <a16:creationId xmlns:a16="http://schemas.microsoft.com/office/drawing/2014/main" id="{28E49DBC-A2C4-498E-9BFB-D987C2746287}"/>
              </a:ext>
            </a:extLst>
          </p:cNvPr>
          <p:cNvSpPr>
            <a:spLocks xmlns:a="http://schemas.openxmlformats.org/drawingml/2006/main" noGrp="1"/>
          </p:cNvSpPr>
          <p:nvPr/>
        </p:nvSpPr>
        <p:spPr>
          <a:xfrm xmlns:a="http://schemas.openxmlformats.org/drawingml/2006/main">
            <a:off x="1047750" y="3238500"/>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81" b="1">
                <a:solidFill>
                  <a:srgbClr val="A499FF"/>
                </a:solidFill>
                <a:latin typeface="Segoe UI"/>
                <a:ea typeface="Segoe UI"/>
                <a:cs typeface="Segoe UI"/>
              </a:defRPr>
            </a:pPr>
            <a:r>
              <a:rPr sz="4781" b="1">
                <a:solidFill>
                  <a:srgbClr val="A499FF"/>
                </a:solidFill>
                <a:latin typeface="Segoe UI"/>
                <a:ea typeface="Segoe UI"/>
                <a:cs typeface="Segoe UI"/>
              </a:rPr>
              <a:t>Desktop</a:t>
            </a:r>
          </a:p>
        </p:txBody>
      </p:sp>
      <p:sp>
        <p:nvSpPr>
          <p:cNvPr id="6" name="">
            <a:extLst xmlns:a="http://schemas.openxmlformats.org/drawingml/2006/main">
              <a:ext uri="{FF2B5EF4-FFF2-40B4-BE49-F238E27FC236}">
                <a16:creationId xmlns:a16="http://schemas.microsoft.com/office/drawing/2014/main" id="{7D060ED3-6820-4F99-B9B7-249C3D377434}"/>
              </a:ext>
            </a:extLst>
          </p:cNvPr>
          <p:cNvSpPr>
            <a:spLocks xmlns:a="http://schemas.openxmlformats.org/drawingml/2006/main" noGrp="1"/>
          </p:cNvSpPr>
          <p:nvPr/>
        </p:nvSpPr>
        <p:spPr>
          <a:xfrm xmlns:a="http://schemas.openxmlformats.org/drawingml/2006/main">
            <a:off x="11811000" y="32385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81" b="1">
                <a:solidFill>
                  <a:srgbClr val="73DCD5"/>
                </a:solidFill>
                <a:latin typeface="Segoe UI"/>
                <a:ea typeface="Segoe UI"/>
                <a:cs typeface="Segoe UI"/>
              </a:defRPr>
            </a:pPr>
            <a:r>
              <a:rPr sz="4781" b="1">
                <a:solidFill>
                  <a:srgbClr val="73DCD5"/>
                </a:solidFill>
                <a:latin typeface="Segoe UI"/>
                <a:ea typeface="Segoe UI"/>
                <a:cs typeface="Segoe UI"/>
              </a:rPr>
              <a:t>Mobile</a:t>
            </a:r>
          </a:p>
        </p:txBody>
      </p:sp>
      <p:sp>
        <p:nvSpPr>
          <p:cNvPr id="7" name="">
            <a:extLst xmlns:a="http://schemas.openxmlformats.org/drawingml/2006/main">
              <a:ext uri="{FF2B5EF4-FFF2-40B4-BE49-F238E27FC236}">
                <a16:creationId xmlns:a16="http://schemas.microsoft.com/office/drawing/2014/main" id="{8243E269-2180-4DCA-8214-9005ACA0E6A9}"/>
              </a:ext>
            </a:extLst>
          </p:cNvPr>
          <p:cNvSpPr>
            <a:spLocks xmlns:a="http://schemas.openxmlformats.org/drawingml/2006/main" noGrp="1"/>
          </p:cNvSpPr>
          <p:nvPr/>
        </p:nvSpPr>
        <p:spPr>
          <a:xfrm xmlns:a="http://schemas.openxmlformats.org/drawingml/2006/main">
            <a:off x="952500" y="4429125"/>
            <a:ext cx="8382000" cy="2952750"/>
          </a:xfrm>
          <a:prstGeom xmlns:a="http://schemas.openxmlformats.org/drawingml/2006/main" prst="roundRect">
            <a:avLst>
              <a:gd name="adj" fmla="val 7097"/>
            </a:avLst>
          </a:prstGeom>
          <a:solidFill xmlns:a="http://schemas.openxmlformats.org/drawingml/2006/main">
            <a:srgbClr val="0F1221"/>
          </a:solidFill>
          <a:ln xmlns:a="http://schemas.openxmlformats.org/drawingml/2006/main" w="38100">
            <a:solidFill>
              <a:srgbClr val="A499FF"/>
            </a:solidFill>
          </a:ln>
        </p:spPr>
      </p:sp>
      <p:sp>
        <p:nvSpPr>
          <p:cNvPr id="8" name="">
            <a:extLst xmlns:a="http://schemas.openxmlformats.org/drawingml/2006/main">
              <a:ext uri="{FF2B5EF4-FFF2-40B4-BE49-F238E27FC236}">
                <a16:creationId xmlns:a16="http://schemas.microsoft.com/office/drawing/2014/main" id="{18C6D530-A86B-4FC0-8F1A-F7972BD41C04}"/>
              </a:ext>
            </a:extLst>
          </p:cNvPr>
          <p:cNvSpPr>
            <a:spLocks xmlns:a="http://schemas.openxmlformats.org/drawingml/2006/main" noGrp="1"/>
          </p:cNvSpPr>
          <p:nvPr/>
        </p:nvSpPr>
        <p:spPr>
          <a:xfrm xmlns:a="http://schemas.openxmlformats.org/drawingml/2006/main">
            <a:off x="1333500" y="461962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0">
                <a:solidFill>
                  <a:srgbClr val="ABB2CD"/>
                </a:solidFill>
                <a:latin typeface="Segoe UI"/>
                <a:ea typeface="Segoe UI"/>
                <a:cs typeface="Segoe UI"/>
              </a:defRPr>
            </a:pPr>
            <a:r>
              <a:rPr sz="3938" b="0">
                <a:solidFill>
                  <a:srgbClr val="ABB2CD"/>
                </a:solidFill>
                <a:latin typeface="Segoe UI"/>
                <a:ea typeface="Segoe UI"/>
                <a:cs typeface="Segoe UI"/>
              </a:rPr>
              <a:t>Length</a:t>
            </a:r>
          </a:p>
        </p:txBody>
      </p:sp>
      <p:sp>
        <p:nvSpPr>
          <p:cNvPr id="9" name="">
            <a:extLst xmlns:a="http://schemas.openxmlformats.org/drawingml/2006/main">
              <a:ext uri="{FF2B5EF4-FFF2-40B4-BE49-F238E27FC236}">
                <a16:creationId xmlns:a16="http://schemas.microsoft.com/office/drawing/2014/main" id="{BB3BDD03-E711-48E3-B453-870C7AE55E2D}"/>
              </a:ext>
            </a:extLst>
          </p:cNvPr>
          <p:cNvSpPr>
            <a:spLocks xmlns:a="http://schemas.openxmlformats.org/drawingml/2006/main" noGrp="1"/>
          </p:cNvSpPr>
          <p:nvPr/>
        </p:nvSpPr>
        <p:spPr>
          <a:xfrm xmlns:a="http://schemas.openxmlformats.org/drawingml/2006/main">
            <a:off x="1333500" y="5734050"/>
            <a:ext cx="352425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ABB2CD"/>
            </a:solidFill>
          </a:ln>
        </p:spPr>
      </p:sp>
      <p:sp>
        <p:nvSpPr>
          <p:cNvPr id="10" name="">
            <a:extLst xmlns:a="http://schemas.openxmlformats.org/drawingml/2006/main">
              <a:ext uri="{FF2B5EF4-FFF2-40B4-BE49-F238E27FC236}">
                <a16:creationId xmlns:a16="http://schemas.microsoft.com/office/drawing/2014/main" id="{C892B06D-2CAE-4381-8525-75E1E31F11D7}"/>
              </a:ext>
            </a:extLst>
          </p:cNvPr>
          <p:cNvSpPr>
            <a:spLocks xmlns:a="http://schemas.openxmlformats.org/drawingml/2006/main" noGrp="1"/>
          </p:cNvSpPr>
          <p:nvPr/>
        </p:nvSpPr>
        <p:spPr>
          <a:xfrm xmlns:a="http://schemas.openxmlformats.org/drawingml/2006/main">
            <a:off x="1524000" y="58102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0">
                <a:solidFill>
                  <a:srgbClr val="F3F4F6"/>
                </a:solidFill>
                <a:latin typeface="Segoe UI"/>
                <a:ea typeface="Segoe UI"/>
                <a:cs typeface="Segoe UI"/>
              </a:defRPr>
            </a:pPr>
            <a:r>
              <a:rPr sz="4388" b="0">
                <a:solidFill>
                  <a:srgbClr val="F3F4F6"/>
                </a:solidFill>
                <a:latin typeface="Segoe UI"/>
                <a:ea typeface="Segoe UI"/>
                <a:cs typeface="Segoe UI"/>
              </a:rPr>
              <a:t>Short</a:t>
            </a:r>
          </a:p>
        </p:txBody>
      </p:sp>
      <p:sp>
        <p:nvSpPr>
          <p:cNvPr id="11" name="">
            <a:extLst xmlns:a="http://schemas.openxmlformats.org/drawingml/2006/main">
              <a:ext uri="{FF2B5EF4-FFF2-40B4-BE49-F238E27FC236}">
                <a16:creationId xmlns:a16="http://schemas.microsoft.com/office/drawing/2014/main" id="{2F634B06-5D26-4DCD-B678-E2D7464A2824}"/>
              </a:ext>
            </a:extLst>
          </p:cNvPr>
          <p:cNvSpPr>
            <a:spLocks xmlns:a="http://schemas.openxmlformats.org/drawingml/2006/main" noGrp="1"/>
          </p:cNvSpPr>
          <p:nvPr/>
        </p:nvSpPr>
        <p:spPr>
          <a:xfrm xmlns:a="http://schemas.openxmlformats.org/drawingml/2006/main">
            <a:off x="5286375" y="5734050"/>
            <a:ext cx="3714750" cy="1095375"/>
          </a:xfrm>
          <a:prstGeom xmlns:a="http://schemas.openxmlformats.org/drawingml/2006/main" prst="roundRect">
            <a:avLst>
              <a:gd name="adj" fmla="val 19130"/>
            </a:avLst>
          </a:prstGeom>
          <a:solidFill xmlns:a="http://schemas.openxmlformats.org/drawingml/2006/main">
            <a:srgbClr val="22263D"/>
          </a:solidFill>
          <a:ln xmlns:a="http://schemas.openxmlformats.org/drawingml/2006/main" w="38100">
            <a:solidFill>
              <a:srgbClr val="A499FF"/>
            </a:solidFill>
          </a:ln>
        </p:spPr>
      </p:sp>
      <p:sp>
        <p:nvSpPr>
          <p:cNvPr id="12" name="">
            <a:extLst xmlns:a="http://schemas.openxmlformats.org/drawingml/2006/main">
              <a:ext uri="{FF2B5EF4-FFF2-40B4-BE49-F238E27FC236}">
                <a16:creationId xmlns:a16="http://schemas.microsoft.com/office/drawing/2014/main" id="{1D5F8CAF-561C-4334-B2AC-5325754E6A49}"/>
              </a:ext>
            </a:extLst>
          </p:cNvPr>
          <p:cNvSpPr>
            <a:spLocks xmlns:a="http://schemas.openxmlformats.org/drawingml/2006/main" noGrp="1"/>
          </p:cNvSpPr>
          <p:nvPr/>
        </p:nvSpPr>
        <p:spPr>
          <a:xfrm xmlns:a="http://schemas.openxmlformats.org/drawingml/2006/main">
            <a:off x="5429250" y="596265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13" b="1">
                <a:solidFill>
                  <a:srgbClr val="A499FF"/>
                </a:solidFill>
                <a:latin typeface="Segoe UI"/>
                <a:ea typeface="Segoe UI"/>
                <a:cs typeface="Segoe UI"/>
              </a:defRPr>
            </a:pPr>
            <a:r>
              <a:rPr sz="3713" b="1">
                <a:solidFill>
                  <a:srgbClr val="A499FF"/>
                </a:solidFill>
                <a:latin typeface="Segoe UI"/>
                <a:ea typeface="Segoe UI"/>
                <a:cs typeface="Segoe UI"/>
              </a:rPr>
              <a:t>Summarize</a:t>
            </a:r>
          </a:p>
        </p:txBody>
      </p:sp>
      <p:sp>
        <p:nvSpPr>
          <p:cNvPr id="13" name="">
            <a:extLst xmlns:a="http://schemas.openxmlformats.org/drawingml/2006/main">
              <a:ext uri="{FF2B5EF4-FFF2-40B4-BE49-F238E27FC236}">
                <a16:creationId xmlns:a16="http://schemas.microsoft.com/office/drawing/2014/main" id="{343EFDFE-08AD-413F-8E8B-9CA026369BD9}"/>
              </a:ext>
            </a:extLst>
          </p:cNvPr>
          <p:cNvSpPr>
            <a:spLocks xmlns:a="http://schemas.openxmlformats.org/drawingml/2006/main" noGrp="1"/>
          </p:cNvSpPr>
          <p:nvPr/>
        </p:nvSpPr>
        <p:spPr>
          <a:xfrm xmlns:a="http://schemas.openxmlformats.org/drawingml/2006/main">
            <a:off x="11906250" y="4238625"/>
            <a:ext cx="5476875" cy="3667125"/>
          </a:xfrm>
          <a:prstGeom xmlns:a="http://schemas.openxmlformats.org/drawingml/2006/main" prst="roundRect">
            <a:avLst>
              <a:gd name="adj" fmla="val 5714"/>
            </a:avLst>
          </a:prstGeom>
          <a:solidFill xmlns:a="http://schemas.openxmlformats.org/drawingml/2006/main">
            <a:srgbClr val="0F1221"/>
          </a:solidFill>
          <a:ln xmlns:a="http://schemas.openxmlformats.org/drawingml/2006/main" w="38100">
            <a:solidFill>
              <a:srgbClr val="73DCD5"/>
            </a:solidFill>
          </a:ln>
        </p:spPr>
      </p:sp>
      <p:sp>
        <p:nvSpPr>
          <p:cNvPr id="14" name="">
            <a:extLst xmlns:a="http://schemas.openxmlformats.org/drawingml/2006/main">
              <a:ext uri="{FF2B5EF4-FFF2-40B4-BE49-F238E27FC236}">
                <a16:creationId xmlns:a16="http://schemas.microsoft.com/office/drawing/2014/main" id="{6F48BA67-30E4-4BC5-B00B-334EA3FB6882}"/>
              </a:ext>
            </a:extLst>
          </p:cNvPr>
          <p:cNvSpPr>
            <a:spLocks xmlns:a="http://schemas.openxmlformats.org/drawingml/2006/main" noGrp="1"/>
          </p:cNvSpPr>
          <p:nvPr/>
        </p:nvSpPr>
        <p:spPr>
          <a:xfrm xmlns:a="http://schemas.openxmlformats.org/drawingml/2006/main">
            <a:off x="12192000" y="4381500"/>
            <a:ext cx="4810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0">
                <a:solidFill>
                  <a:srgbClr val="ABB2CD"/>
                </a:solidFill>
                <a:latin typeface="Segoe UI"/>
                <a:ea typeface="Segoe UI"/>
                <a:cs typeface="Segoe UI"/>
              </a:defRPr>
            </a:pPr>
            <a:r>
              <a:rPr sz="3938" b="0">
                <a:solidFill>
                  <a:srgbClr val="ABB2CD"/>
                </a:solidFill>
                <a:latin typeface="Segoe UI"/>
                <a:ea typeface="Segoe UI"/>
                <a:cs typeface="Segoe UI"/>
              </a:rPr>
              <a:t>Length</a:t>
            </a:r>
          </a:p>
        </p:txBody>
      </p:sp>
      <p:sp>
        <p:nvSpPr>
          <p:cNvPr id="15" name="">
            <a:extLst xmlns:a="http://schemas.openxmlformats.org/drawingml/2006/main">
              <a:ext uri="{FF2B5EF4-FFF2-40B4-BE49-F238E27FC236}">
                <a16:creationId xmlns:a16="http://schemas.microsoft.com/office/drawing/2014/main" id="{60EADC1C-C84B-4ED1-ADC5-64F213A29725}"/>
              </a:ext>
            </a:extLst>
          </p:cNvPr>
          <p:cNvSpPr>
            <a:spLocks xmlns:a="http://schemas.openxmlformats.org/drawingml/2006/main" noGrp="1"/>
          </p:cNvSpPr>
          <p:nvPr/>
        </p:nvSpPr>
        <p:spPr>
          <a:xfrm xmlns:a="http://schemas.openxmlformats.org/drawingml/2006/main">
            <a:off x="12192000" y="5372100"/>
            <a:ext cx="4905375" cy="1066800"/>
          </a:xfrm>
          <a:prstGeom xmlns:a="http://schemas.openxmlformats.org/drawingml/2006/main" prst="roundRect">
            <a:avLst>
              <a:gd name="adj" fmla="val 19643"/>
            </a:avLst>
          </a:prstGeom>
          <a:solidFill xmlns:a="http://schemas.openxmlformats.org/drawingml/2006/main">
            <a:srgbClr val="22263D"/>
          </a:solidFill>
          <a:ln xmlns:a="http://schemas.openxmlformats.org/drawingml/2006/main" w="38100">
            <a:solidFill>
              <a:srgbClr val="ABB2CD"/>
            </a:solidFill>
          </a:ln>
        </p:spPr>
      </p:sp>
      <p:sp>
        <p:nvSpPr>
          <p:cNvPr id="16" name="">
            <a:extLst xmlns:a="http://schemas.openxmlformats.org/drawingml/2006/main">
              <a:ext uri="{FF2B5EF4-FFF2-40B4-BE49-F238E27FC236}">
                <a16:creationId xmlns:a16="http://schemas.microsoft.com/office/drawing/2014/main" id="{A4BBBAFC-13A3-4A80-8904-D2EFF4BB5060}"/>
              </a:ext>
            </a:extLst>
          </p:cNvPr>
          <p:cNvSpPr>
            <a:spLocks xmlns:a="http://schemas.openxmlformats.org/drawingml/2006/main" noGrp="1"/>
          </p:cNvSpPr>
          <p:nvPr/>
        </p:nvSpPr>
        <p:spPr>
          <a:xfrm xmlns:a="http://schemas.openxmlformats.org/drawingml/2006/main">
            <a:off x="12382500" y="550545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F3F4F6"/>
                </a:solidFill>
                <a:latin typeface="Segoe UI"/>
                <a:ea typeface="Segoe UI"/>
                <a:cs typeface="Segoe UI"/>
              </a:defRPr>
            </a:pPr>
            <a:r>
              <a:rPr sz="4275" b="0">
                <a:solidFill>
                  <a:srgbClr val="F3F4F6"/>
                </a:solidFill>
                <a:latin typeface="Segoe UI"/>
                <a:ea typeface="Segoe UI"/>
                <a:cs typeface="Segoe UI"/>
              </a:rPr>
              <a:t>Short</a:t>
            </a:r>
          </a:p>
        </p:txBody>
      </p:sp>
      <p:sp>
        <p:nvSpPr>
          <p:cNvPr id="17" name="">
            <a:extLst xmlns:a="http://schemas.openxmlformats.org/drawingml/2006/main">
              <a:ext uri="{FF2B5EF4-FFF2-40B4-BE49-F238E27FC236}">
                <a16:creationId xmlns:a16="http://schemas.microsoft.com/office/drawing/2014/main" id="{46E7B13C-3366-4618-8491-9DCC537E8679}"/>
              </a:ext>
            </a:extLst>
          </p:cNvPr>
          <p:cNvSpPr>
            <a:spLocks xmlns:a="http://schemas.openxmlformats.org/drawingml/2006/main" noGrp="1"/>
          </p:cNvSpPr>
          <p:nvPr/>
        </p:nvSpPr>
        <p:spPr>
          <a:xfrm xmlns:a="http://schemas.openxmlformats.org/drawingml/2006/main">
            <a:off x="12192000" y="6677025"/>
            <a:ext cx="4905375" cy="904875"/>
          </a:xfrm>
          <a:prstGeom xmlns:a="http://schemas.openxmlformats.org/drawingml/2006/main" prst="roundRect">
            <a:avLst>
              <a:gd name="adj" fmla="val 23158"/>
            </a:avLst>
          </a:prstGeom>
          <a:solidFill xmlns:a="http://schemas.openxmlformats.org/drawingml/2006/main">
            <a:srgbClr val="22263D"/>
          </a:solidFill>
          <a:ln xmlns:a="http://schemas.openxmlformats.org/drawingml/2006/main" w="38100">
            <a:solidFill>
              <a:srgbClr val="73DCD5"/>
            </a:solidFill>
          </a:ln>
        </p:spPr>
      </p:sp>
      <p:sp>
        <p:nvSpPr>
          <p:cNvPr id="18" name="">
            <a:extLst xmlns:a="http://schemas.openxmlformats.org/drawingml/2006/main">
              <a:ext uri="{FF2B5EF4-FFF2-40B4-BE49-F238E27FC236}">
                <a16:creationId xmlns:a16="http://schemas.microsoft.com/office/drawing/2014/main" id="{F9130D70-A174-4B3B-A0FC-664C333CD58B}"/>
              </a:ext>
            </a:extLst>
          </p:cNvPr>
          <p:cNvSpPr>
            <a:spLocks xmlns:a="http://schemas.openxmlformats.org/drawingml/2006/main" noGrp="1"/>
          </p:cNvSpPr>
          <p:nvPr/>
        </p:nvSpPr>
        <p:spPr>
          <a:xfrm xmlns:a="http://schemas.openxmlformats.org/drawingml/2006/main">
            <a:off x="12382500" y="6762750"/>
            <a:ext cx="457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1">
                <a:solidFill>
                  <a:srgbClr val="73DCD5"/>
                </a:solidFill>
                <a:latin typeface="Segoe UI"/>
                <a:ea typeface="Segoe UI"/>
                <a:cs typeface="Segoe UI"/>
              </a:defRPr>
            </a:pPr>
            <a:r>
              <a:rPr sz="3938" b="1">
                <a:solidFill>
                  <a:srgbClr val="73DCD5"/>
                </a:solidFill>
                <a:latin typeface="Segoe UI"/>
                <a:ea typeface="Segoe UI"/>
                <a:cs typeface="Segoe UI"/>
              </a:rPr>
              <a:t>Summarize</a:t>
            </a:r>
          </a:p>
        </p:txBody>
      </p:sp>
      <p:cxnSp>
        <p:nvCxnSpPr>
          <p:cNvPr id="38" name=""/>
          <p:cNvCxnSpPr>
            <a:stCxn xmlns:a="http://schemas.openxmlformats.org/drawingml/2006/main" id="7" idx="3"/>
            <a:endCxn xmlns:a="http://schemas.openxmlformats.org/drawingml/2006/main" id="13" idx="1"/>
          </p:cNvCxnSpPr>
          <p:nvPr/>
        </p:nvCxnSpPr>
        <p:spPr>
          <a:xfrm xmlns:a="http://schemas.openxmlformats.org/drawingml/2006/main">
            <a:off x="9334500" y="5905500"/>
            <a:ext cx="2571750" cy="166688"/>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Tree>
    <p:extLst>
      <p:ext uri="{BB962C8B-B14F-4D97-AF65-F5344CB8AC3E}">
        <p14:creationId xmlns:p14="http://schemas.microsoft.com/office/powerpoint/2010/main" val="1913971731"/>
      </p:ext>
    </p:extLst>
  </p:cSld>
</p:sld>
</file>

<file path=ppt/slides/slide23.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8ea337cfca041f0"/>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72ACB5-B61C-4365-8702-30F3DA5CA7E7}"/>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7 / 9</a:t>
            </a:r>
          </a:p>
        </p:txBody>
      </p:sp>
      <p:sp>
        <p:nvSpPr>
          <p:cNvPr id="3" name="">
            <a:extLst xmlns:a="http://schemas.openxmlformats.org/drawingml/2006/main">
              <a:ext uri="{FF2B5EF4-FFF2-40B4-BE49-F238E27FC236}">
                <a16:creationId xmlns:a16="http://schemas.microsoft.com/office/drawing/2014/main" id="{55DBB877-9034-4D95-8E81-F575B45D2B1C}"/>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Open protocol connections</a:t>
            </a:r>
          </a:p>
        </p:txBody>
      </p:sp>
      <p:sp>
        <p:nvSpPr>
          <p:cNvPr id="4" name="">
            <a:extLst xmlns:a="http://schemas.openxmlformats.org/drawingml/2006/main">
              <a:ext uri="{FF2B5EF4-FFF2-40B4-BE49-F238E27FC236}">
                <a16:creationId xmlns:a16="http://schemas.microsoft.com/office/drawing/2014/main" id="{5FE19C49-95A3-497F-BB97-FD859D25C7EE}"/>
              </a:ext>
            </a:extLst>
          </p:cNvPr>
          <p:cNvSpPr>
            <a:spLocks xmlns:a="http://schemas.openxmlformats.org/drawingml/2006/main" noGrp="1"/>
          </p:cNvSpPr>
          <p:nvPr/>
        </p:nvSpPr>
        <p:spPr>
          <a:xfrm xmlns:a="http://schemas.openxmlformats.org/drawingml/2006/main">
            <a:off x="952500" y="4572000"/>
            <a:ext cx="4286250" cy="1619250"/>
          </a:xfrm>
          <a:prstGeom xmlns:a="http://schemas.openxmlformats.org/drawingml/2006/main" prst="roundRect">
            <a:avLst>
              <a:gd name="adj" fmla="val 12941"/>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86689167-51B6-4D93-BC68-AB9F41F6251C}"/>
              </a:ext>
            </a:extLst>
          </p:cNvPr>
          <p:cNvSpPr>
            <a:spLocks xmlns:a="http://schemas.openxmlformats.org/drawingml/2006/main" noGrp="1"/>
          </p:cNvSpPr>
          <p:nvPr/>
        </p:nvSpPr>
        <p:spPr>
          <a:xfrm xmlns:a="http://schemas.openxmlformats.org/drawingml/2006/main">
            <a:off x="1219200" y="4810125"/>
            <a:ext cx="37528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Your app</a:t>
            </a:r>
          </a:p>
        </p:txBody>
      </p:sp>
      <p:sp>
        <p:nvSpPr>
          <p:cNvPr id="6" name="">
            <a:extLst xmlns:a="http://schemas.openxmlformats.org/drawingml/2006/main">
              <a:ext uri="{FF2B5EF4-FFF2-40B4-BE49-F238E27FC236}">
                <a16:creationId xmlns:a16="http://schemas.microsoft.com/office/drawing/2014/main" id="{558D5C97-754A-4EB0-AD57-918BA7D83284}"/>
              </a:ext>
            </a:extLst>
          </p:cNvPr>
          <p:cNvSpPr>
            <a:spLocks xmlns:a="http://schemas.openxmlformats.org/drawingml/2006/main" noGrp="1"/>
          </p:cNvSpPr>
          <p:nvPr/>
        </p:nvSpPr>
        <p:spPr>
          <a:xfrm xmlns:a="http://schemas.openxmlformats.org/drawingml/2006/main">
            <a:off x="12477750" y="3333750"/>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1E0A6F07-9707-4A5C-8D71-8A3B9F54B3AA}"/>
              </a:ext>
            </a:extLst>
          </p:cNvPr>
          <p:cNvSpPr>
            <a:spLocks xmlns:a="http://schemas.openxmlformats.org/drawingml/2006/main" noGrp="1"/>
          </p:cNvSpPr>
          <p:nvPr/>
        </p:nvSpPr>
        <p:spPr>
          <a:xfrm xmlns:a="http://schemas.openxmlformats.org/drawingml/2006/main">
            <a:off x="12744450" y="3571875"/>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Tool server</a:t>
            </a:r>
          </a:p>
        </p:txBody>
      </p:sp>
      <p:sp>
        <p:nvSpPr>
          <p:cNvPr id="8" name="">
            <a:extLst xmlns:a="http://schemas.openxmlformats.org/drawingml/2006/main">
              <a:ext uri="{FF2B5EF4-FFF2-40B4-BE49-F238E27FC236}">
                <a16:creationId xmlns:a16="http://schemas.microsoft.com/office/drawing/2014/main" id="{7B3FFB5B-AE77-4719-A31F-63B03F35C95B}"/>
              </a:ext>
            </a:extLst>
          </p:cNvPr>
          <p:cNvSpPr>
            <a:spLocks xmlns:a="http://schemas.openxmlformats.org/drawingml/2006/main" noGrp="1"/>
          </p:cNvSpPr>
          <p:nvPr/>
        </p:nvSpPr>
        <p:spPr>
          <a:xfrm xmlns:a="http://schemas.openxmlformats.org/drawingml/2006/main">
            <a:off x="12477750" y="6286500"/>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A7C56679-FBE1-491E-B09F-4AF066343517}"/>
              </a:ext>
            </a:extLst>
          </p:cNvPr>
          <p:cNvSpPr>
            <a:spLocks xmlns:a="http://schemas.openxmlformats.org/drawingml/2006/main" noGrp="1"/>
          </p:cNvSpPr>
          <p:nvPr/>
        </p:nvSpPr>
        <p:spPr>
          <a:xfrm xmlns:a="http://schemas.openxmlformats.org/drawingml/2006/main">
            <a:off x="12744450" y="6524625"/>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Other agent</a:t>
            </a:r>
          </a:p>
        </p:txBody>
      </p:sp>
      <p:cxnSp>
        <p:nvCxnSpPr>
          <p:cNvPr id="23" name=""/>
          <p:cNvCxnSpPr>
            <a:stCxn xmlns:a="http://schemas.openxmlformats.org/drawingml/2006/main" id="4" idx="3"/>
            <a:endCxn xmlns:a="http://schemas.openxmlformats.org/drawingml/2006/main" id="6" idx="1"/>
          </p:cNvCxnSpPr>
          <p:nvPr/>
        </p:nvCxnSpPr>
        <p:spPr>
          <a:xfrm xmlns:a="http://schemas.openxmlformats.org/drawingml/2006/main" flipV="1">
            <a:off x="5238750" y="4167188"/>
            <a:ext cx="7239000" cy="1214438"/>
          </a:xfrm>
          <a:prstGeom xmlns:a="http://schemas.openxmlformats.org/drawingml/2006/main" prst="bentConnector3">
            <a:avLst>
              <a:gd name="adj1" fmla="val 96842"/>
            </a:avLst>
          </a:prstGeom>
          <a:ln xmlns:a="http://schemas.openxmlformats.org/drawingml/2006/main" w="57150">
            <a:solidFill>
              <a:srgbClr val="73DCD5"/>
            </a:solidFill>
            <a:prstDash val="solid"/>
            <a:tailEnd type="triangle" w="lg" len="lg"/>
          </a:ln>
        </p:spPr>
      </p:cxnSp>
      <p:cxnSp>
        <p:nvCxnSpPr>
          <p:cNvPr id="24" name=""/>
          <p:cNvCxnSpPr>
            <a:stCxn xmlns:a="http://schemas.openxmlformats.org/drawingml/2006/main" id="4" idx="3"/>
            <a:endCxn xmlns:a="http://schemas.openxmlformats.org/drawingml/2006/main" id="8" idx="1"/>
          </p:cNvCxnSpPr>
          <p:nvPr/>
        </p:nvCxnSpPr>
        <p:spPr>
          <a:xfrm xmlns:a="http://schemas.openxmlformats.org/drawingml/2006/main">
            <a:off x="5238750" y="5381625"/>
            <a:ext cx="7239000" cy="1738313"/>
          </a:xfrm>
          <a:prstGeom xmlns:a="http://schemas.openxmlformats.org/drawingml/2006/main" prst="bentConnector3">
            <a:avLst>
              <a:gd name="adj1" fmla="val 50000"/>
            </a:avLst>
          </a:prstGeom>
          <a:ln xmlns:a="http://schemas.openxmlformats.org/drawingml/2006/main" w="57150">
            <a:solidFill>
              <a:srgbClr val="A499FF"/>
            </a:solidFill>
            <a:prstDash val="solid"/>
            <a:tailEnd type="triangle" w="lg" len="lg"/>
          </a:ln>
        </p:spPr>
      </p:cxnSp>
      <p:sp>
        <p:nvSpPr>
          <p:cNvPr id="12" name="">
            <a:extLst xmlns:a="http://schemas.openxmlformats.org/drawingml/2006/main">
              <a:ext uri="{FF2B5EF4-FFF2-40B4-BE49-F238E27FC236}">
                <a16:creationId xmlns:a16="http://schemas.microsoft.com/office/drawing/2014/main" id="{91F07E42-F44F-4543-915C-34AB1259A033}"/>
              </a:ext>
            </a:extLst>
          </p:cNvPr>
          <p:cNvSpPr>
            <a:spLocks xmlns:a="http://schemas.openxmlformats.org/drawingml/2006/main" noGrp="1"/>
          </p:cNvSpPr>
          <p:nvPr/>
        </p:nvSpPr>
        <p:spPr>
          <a:xfrm xmlns:a="http://schemas.openxmlformats.org/drawingml/2006/main">
            <a:off x="7620000" y="338137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73DCD5"/>
                </a:solidFill>
                <a:latin typeface="Segoe UI"/>
                <a:ea typeface="Segoe UI"/>
                <a:cs typeface="Segoe UI"/>
              </a:defRPr>
            </a:pPr>
            <a:r>
              <a:rPr sz="5400" b="1">
                <a:solidFill>
                  <a:srgbClr val="73DCD5"/>
                </a:solidFill>
                <a:latin typeface="Segoe UI"/>
                <a:ea typeface="Segoe UI"/>
                <a:cs typeface="Segoe UI"/>
              </a:rPr>
              <a:t>MCP</a:t>
            </a:r>
          </a:p>
        </p:txBody>
      </p:sp>
      <p:sp>
        <p:nvSpPr>
          <p:cNvPr id="13" name="">
            <a:extLst xmlns:a="http://schemas.openxmlformats.org/drawingml/2006/main">
              <a:ext uri="{FF2B5EF4-FFF2-40B4-BE49-F238E27FC236}">
                <a16:creationId xmlns:a16="http://schemas.microsoft.com/office/drawing/2014/main" id="{9E1173AF-CD3C-4F80-8898-15B922F4A5DC}"/>
              </a:ext>
            </a:extLst>
          </p:cNvPr>
          <p:cNvSpPr>
            <a:spLocks xmlns:a="http://schemas.openxmlformats.org/drawingml/2006/main" noGrp="1"/>
          </p:cNvSpPr>
          <p:nvPr/>
        </p:nvSpPr>
        <p:spPr>
          <a:xfrm xmlns:a="http://schemas.openxmlformats.org/drawingml/2006/main">
            <a:off x="6191250" y="6905625"/>
            <a:ext cx="614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Agent2Agent</a:t>
            </a:r>
          </a:p>
        </p:txBody>
      </p:sp>
    </p:spTree>
    <p:extLst>
      <p:ext uri="{BB962C8B-B14F-4D97-AF65-F5344CB8AC3E}">
        <p14:creationId xmlns:p14="http://schemas.microsoft.com/office/powerpoint/2010/main" val="160067272"/>
      </p:ext>
    </p:extLst>
  </p:cSld>
</p:sld>
</file>

<file path=ppt/slides/slide24.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b9640e7f3ca43b5"/>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357C04-D1EC-4F90-BC76-84A609C253B6}"/>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7 / 9</a:t>
            </a:r>
          </a:p>
        </p:txBody>
      </p:sp>
      <p:sp>
        <p:nvSpPr>
          <p:cNvPr id="3" name="">
            <a:extLst xmlns:a="http://schemas.openxmlformats.org/drawingml/2006/main">
              <a:ext uri="{FF2B5EF4-FFF2-40B4-BE49-F238E27FC236}">
                <a16:creationId xmlns:a16="http://schemas.microsoft.com/office/drawing/2014/main" id="{527A62C9-DB86-4D87-9B3C-3881AC87469D}"/>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Reusable outside the full Astral stack</a:t>
            </a:r>
          </a:p>
        </p:txBody>
      </p:sp>
      <p:sp>
        <p:nvSpPr>
          <p:cNvPr id="4" name="">
            <a:extLst xmlns:a="http://schemas.openxmlformats.org/drawingml/2006/main">
              <a:ext uri="{FF2B5EF4-FFF2-40B4-BE49-F238E27FC236}">
                <a16:creationId xmlns:a16="http://schemas.microsoft.com/office/drawing/2014/main" id="{5CAB7273-EADA-487D-A574-1F25EAFEBB4E}"/>
              </a:ext>
            </a:extLst>
          </p:cNvPr>
          <p:cNvSpPr>
            <a:spLocks xmlns:a="http://schemas.openxmlformats.org/drawingml/2006/main" noGrp="1"/>
          </p:cNvSpPr>
          <p:nvPr/>
        </p:nvSpPr>
        <p:spPr>
          <a:xfrm xmlns:a="http://schemas.openxmlformats.org/drawingml/2006/main">
            <a:off x="952500" y="4572000"/>
            <a:ext cx="4286250" cy="1619250"/>
          </a:xfrm>
          <a:prstGeom xmlns:a="http://schemas.openxmlformats.org/drawingml/2006/main" prst="roundRect">
            <a:avLst>
              <a:gd name="adj" fmla="val 12941"/>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2C62EA4E-D97B-46B9-A2EE-58E204EB27BB}"/>
              </a:ext>
            </a:extLst>
          </p:cNvPr>
          <p:cNvSpPr>
            <a:spLocks xmlns:a="http://schemas.openxmlformats.org/drawingml/2006/main" noGrp="1"/>
          </p:cNvSpPr>
          <p:nvPr/>
        </p:nvSpPr>
        <p:spPr>
          <a:xfrm xmlns:a="http://schemas.openxmlformats.org/drawingml/2006/main">
            <a:off x="1219200" y="4810125"/>
            <a:ext cx="37528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Your app</a:t>
            </a:r>
          </a:p>
        </p:txBody>
      </p:sp>
      <p:sp>
        <p:nvSpPr>
          <p:cNvPr id="6" name="">
            <a:extLst xmlns:a="http://schemas.openxmlformats.org/drawingml/2006/main">
              <a:ext uri="{FF2B5EF4-FFF2-40B4-BE49-F238E27FC236}">
                <a16:creationId xmlns:a16="http://schemas.microsoft.com/office/drawing/2014/main" id="{60055627-0EC9-499F-9E0C-9B13FDFBCCDC}"/>
              </a:ext>
            </a:extLst>
          </p:cNvPr>
          <p:cNvSpPr>
            <a:spLocks xmlns:a="http://schemas.openxmlformats.org/drawingml/2006/main" noGrp="1"/>
          </p:cNvSpPr>
          <p:nvPr/>
        </p:nvSpPr>
        <p:spPr>
          <a:xfrm xmlns:a="http://schemas.openxmlformats.org/drawingml/2006/main">
            <a:off x="12477750" y="3333750"/>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2D6CAB8D-6811-435A-9E88-3D7B3E5EF980}"/>
              </a:ext>
            </a:extLst>
          </p:cNvPr>
          <p:cNvSpPr>
            <a:spLocks xmlns:a="http://schemas.openxmlformats.org/drawingml/2006/main" noGrp="1"/>
          </p:cNvSpPr>
          <p:nvPr/>
        </p:nvSpPr>
        <p:spPr>
          <a:xfrm xmlns:a="http://schemas.openxmlformats.org/drawingml/2006/main">
            <a:off x="12744450" y="3571875"/>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Tool server</a:t>
            </a:r>
          </a:p>
        </p:txBody>
      </p:sp>
      <p:sp>
        <p:nvSpPr>
          <p:cNvPr id="8" name="">
            <a:extLst xmlns:a="http://schemas.openxmlformats.org/drawingml/2006/main">
              <a:ext uri="{FF2B5EF4-FFF2-40B4-BE49-F238E27FC236}">
                <a16:creationId xmlns:a16="http://schemas.microsoft.com/office/drawing/2014/main" id="{3C2A0AB4-1040-4D96-88EF-20D5F627106F}"/>
              </a:ext>
            </a:extLst>
          </p:cNvPr>
          <p:cNvSpPr>
            <a:spLocks xmlns:a="http://schemas.openxmlformats.org/drawingml/2006/main" noGrp="1"/>
          </p:cNvSpPr>
          <p:nvPr/>
        </p:nvSpPr>
        <p:spPr>
          <a:xfrm xmlns:a="http://schemas.openxmlformats.org/drawingml/2006/main">
            <a:off x="12477750" y="6286500"/>
            <a:ext cx="48577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9C58149B-3A97-41FE-96F8-D49BE09F5859}"/>
              </a:ext>
            </a:extLst>
          </p:cNvPr>
          <p:cNvSpPr>
            <a:spLocks xmlns:a="http://schemas.openxmlformats.org/drawingml/2006/main" noGrp="1"/>
          </p:cNvSpPr>
          <p:nvPr/>
        </p:nvSpPr>
        <p:spPr>
          <a:xfrm xmlns:a="http://schemas.openxmlformats.org/drawingml/2006/main">
            <a:off x="12744450" y="6524625"/>
            <a:ext cx="4324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3F4F6"/>
                </a:solidFill>
                <a:latin typeface="Segoe UI"/>
                <a:ea typeface="Segoe UI"/>
                <a:cs typeface="Segoe UI"/>
              </a:defRPr>
            </a:pPr>
            <a:r>
              <a:rPr sz="4275" b="1">
                <a:solidFill>
                  <a:srgbClr val="F3F4F6"/>
                </a:solidFill>
                <a:latin typeface="Segoe UI"/>
                <a:ea typeface="Segoe UI"/>
                <a:cs typeface="Segoe UI"/>
              </a:rPr>
              <a:t>Other agent</a:t>
            </a:r>
          </a:p>
        </p:txBody>
      </p:sp>
      <p:cxnSp>
        <p:nvCxnSpPr>
          <p:cNvPr id="24" name=""/>
          <p:cNvCxnSpPr>
            <a:stCxn xmlns:a="http://schemas.openxmlformats.org/drawingml/2006/main" id="4" idx="3"/>
            <a:endCxn xmlns:a="http://schemas.openxmlformats.org/drawingml/2006/main" id="6" idx="1"/>
          </p:cNvCxnSpPr>
          <p:nvPr/>
        </p:nvCxnSpPr>
        <p:spPr>
          <a:xfrm xmlns:a="http://schemas.openxmlformats.org/drawingml/2006/main" flipV="1">
            <a:off x="5238750" y="4167188"/>
            <a:ext cx="7239000" cy="1214438"/>
          </a:xfrm>
          <a:prstGeom xmlns:a="http://schemas.openxmlformats.org/drawingml/2006/main" prst="bentConnector3">
            <a:avLst>
              <a:gd name="adj1" fmla="val 96842"/>
            </a:avLst>
          </a:prstGeom>
          <a:ln xmlns:a="http://schemas.openxmlformats.org/drawingml/2006/main" w="57150">
            <a:solidFill>
              <a:srgbClr val="73DCD5"/>
            </a:solidFill>
            <a:prstDash val="solid"/>
            <a:tailEnd type="triangle" w="lg" len="lg"/>
          </a:ln>
        </p:spPr>
      </p:cxnSp>
      <p:cxnSp>
        <p:nvCxnSpPr>
          <p:cNvPr id="25" name=""/>
          <p:cNvCxnSpPr>
            <a:stCxn xmlns:a="http://schemas.openxmlformats.org/drawingml/2006/main" id="4" idx="3"/>
            <a:endCxn xmlns:a="http://schemas.openxmlformats.org/drawingml/2006/main" id="8" idx="1"/>
          </p:cNvCxnSpPr>
          <p:nvPr/>
        </p:nvCxnSpPr>
        <p:spPr>
          <a:xfrm xmlns:a="http://schemas.openxmlformats.org/drawingml/2006/main">
            <a:off x="5238750" y="5381625"/>
            <a:ext cx="7239000" cy="1738313"/>
          </a:xfrm>
          <a:prstGeom xmlns:a="http://schemas.openxmlformats.org/drawingml/2006/main" prst="bentConnector3">
            <a:avLst>
              <a:gd name="adj1" fmla="val 50000"/>
            </a:avLst>
          </a:prstGeom>
          <a:ln xmlns:a="http://schemas.openxmlformats.org/drawingml/2006/main" w="57150">
            <a:solidFill>
              <a:srgbClr val="A499FF"/>
            </a:solidFill>
            <a:prstDash val="solid"/>
            <a:tailEnd type="triangle" w="lg" len="lg"/>
          </a:ln>
        </p:spPr>
      </p:cxnSp>
      <p:sp>
        <p:nvSpPr>
          <p:cNvPr id="12" name="">
            <a:extLst xmlns:a="http://schemas.openxmlformats.org/drawingml/2006/main">
              <a:ext uri="{FF2B5EF4-FFF2-40B4-BE49-F238E27FC236}">
                <a16:creationId xmlns:a16="http://schemas.microsoft.com/office/drawing/2014/main" id="{B52AEC8A-A0D3-4A04-A8DF-B2E96C23A41E}"/>
              </a:ext>
            </a:extLst>
          </p:cNvPr>
          <p:cNvSpPr>
            <a:spLocks xmlns:a="http://schemas.openxmlformats.org/drawingml/2006/main" noGrp="1"/>
          </p:cNvSpPr>
          <p:nvPr/>
        </p:nvSpPr>
        <p:spPr>
          <a:xfrm xmlns:a="http://schemas.openxmlformats.org/drawingml/2006/main">
            <a:off x="7620000" y="338137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73DCD5"/>
                </a:solidFill>
                <a:latin typeface="Segoe UI"/>
                <a:ea typeface="Segoe UI"/>
                <a:cs typeface="Segoe UI"/>
              </a:defRPr>
            </a:pPr>
            <a:r>
              <a:rPr sz="5400" b="1">
                <a:solidFill>
                  <a:srgbClr val="73DCD5"/>
                </a:solidFill>
                <a:latin typeface="Segoe UI"/>
                <a:ea typeface="Segoe UI"/>
                <a:cs typeface="Segoe UI"/>
              </a:rPr>
              <a:t>MCP</a:t>
            </a:r>
          </a:p>
        </p:txBody>
      </p:sp>
      <p:sp>
        <p:nvSpPr>
          <p:cNvPr id="13" name="">
            <a:extLst xmlns:a="http://schemas.openxmlformats.org/drawingml/2006/main">
              <a:ext uri="{FF2B5EF4-FFF2-40B4-BE49-F238E27FC236}">
                <a16:creationId xmlns:a16="http://schemas.microsoft.com/office/drawing/2014/main" id="{9E484F6B-3F27-4E31-80E0-3283C97B4339}"/>
              </a:ext>
            </a:extLst>
          </p:cNvPr>
          <p:cNvSpPr>
            <a:spLocks xmlns:a="http://schemas.openxmlformats.org/drawingml/2006/main" noGrp="1"/>
          </p:cNvSpPr>
          <p:nvPr/>
        </p:nvSpPr>
        <p:spPr>
          <a:xfrm xmlns:a="http://schemas.openxmlformats.org/drawingml/2006/main">
            <a:off x="6191250" y="6905625"/>
            <a:ext cx="614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A499FF"/>
                </a:solidFill>
                <a:latin typeface="Segoe UI"/>
                <a:ea typeface="Segoe UI"/>
                <a:cs typeface="Segoe UI"/>
              </a:defRPr>
            </a:pPr>
            <a:r>
              <a:rPr sz="4500" b="1">
                <a:solidFill>
                  <a:srgbClr val="A499FF"/>
                </a:solidFill>
                <a:latin typeface="Segoe UI"/>
                <a:ea typeface="Segoe UI"/>
                <a:cs typeface="Segoe UI"/>
              </a:rPr>
              <a:t>Agent2Agent</a:t>
            </a:r>
          </a:p>
        </p:txBody>
      </p:sp>
      <p:sp>
        <p:nvSpPr>
          <p:cNvPr id="14" name="">
            <a:extLst xmlns:a="http://schemas.openxmlformats.org/drawingml/2006/main">
              <a:ext uri="{FF2B5EF4-FFF2-40B4-BE49-F238E27FC236}">
                <a16:creationId xmlns:a16="http://schemas.microsoft.com/office/drawing/2014/main" id="{BAB025B2-0E64-4E55-ACA8-01BBD3C4348F}"/>
              </a:ext>
            </a:extLst>
          </p:cNvPr>
          <p:cNvSpPr>
            <a:spLocks xmlns:a="http://schemas.openxmlformats.org/drawingml/2006/main" noGrp="1"/>
          </p:cNvSpPr>
          <p:nvPr/>
        </p:nvSpPr>
        <p:spPr>
          <a:xfrm xmlns:a="http://schemas.openxmlformats.org/drawingml/2006/main">
            <a:off x="1047750" y="2619375"/>
            <a:ext cx="1628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88" b="0">
                <a:solidFill>
                  <a:srgbClr val="ABB2CD"/>
                </a:solidFill>
                <a:latin typeface="Segoe UI"/>
                <a:ea typeface="Segoe UI"/>
                <a:cs typeface="Segoe UI"/>
              </a:defRPr>
            </a:pPr>
            <a:r>
              <a:rPr sz="3488" b="0">
                <a:solidFill>
                  <a:srgbClr val="ABB2CD"/>
                </a:solidFill>
                <a:latin typeface="Segoe UI"/>
                <a:ea typeface="Segoe UI"/>
                <a:cs typeface="Segoe UI"/>
              </a:rPr>
              <a:t>Versioned contracts. Compatibility tests.</a:t>
            </a:r>
          </a:p>
        </p:txBody>
      </p:sp>
    </p:spTree>
    <p:extLst>
      <p:ext uri="{BB962C8B-B14F-4D97-AF65-F5344CB8AC3E}">
        <p14:creationId xmlns:p14="http://schemas.microsoft.com/office/powerpoint/2010/main" val="1651294259"/>
      </p:ext>
    </p:extLst>
  </p:cSld>
</p:sld>
</file>

<file path=ppt/slides/slide25.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e274003500c46a8"/>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408B8B-BA19-431D-92FF-AA752321BF1A}"/>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8 / 9</a:t>
            </a:r>
          </a:p>
        </p:txBody>
      </p:sp>
      <p:sp>
        <p:nvSpPr>
          <p:cNvPr id="3" name="">
            <a:extLst xmlns:a="http://schemas.openxmlformats.org/drawingml/2006/main">
              <a:ext uri="{FF2B5EF4-FFF2-40B4-BE49-F238E27FC236}">
                <a16:creationId xmlns:a16="http://schemas.microsoft.com/office/drawing/2014/main" id="{62751493-4F84-4C2E-BDDB-A843235A659A}"/>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Contributions prove the boundaries</a:t>
            </a:r>
          </a:p>
        </p:txBody>
      </p:sp>
      <p:sp>
        <p:nvSpPr>
          <p:cNvPr id="4" name="">
            <a:extLst xmlns:a="http://schemas.openxmlformats.org/drawingml/2006/main">
              <a:ext uri="{FF2B5EF4-FFF2-40B4-BE49-F238E27FC236}">
                <a16:creationId xmlns:a16="http://schemas.microsoft.com/office/drawing/2014/main" id="{4A6D565A-39CA-4F65-9BCE-676ABDECD91A}"/>
              </a:ext>
            </a:extLst>
          </p:cNvPr>
          <p:cNvSpPr>
            <a:spLocks xmlns:a="http://schemas.openxmlformats.org/drawingml/2006/main" noGrp="1"/>
          </p:cNvSpPr>
          <p:nvPr/>
        </p:nvSpPr>
        <p:spPr>
          <a:xfrm xmlns:a="http://schemas.openxmlformats.org/drawingml/2006/main">
            <a:off x="952500" y="3810000"/>
            <a:ext cx="447675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73DCD5"/>
            </a:solidFill>
          </a:ln>
        </p:spPr>
      </p:sp>
      <p:sp>
        <p:nvSpPr>
          <p:cNvPr id="5" name="">
            <a:extLst xmlns:a="http://schemas.openxmlformats.org/drawingml/2006/main">
              <a:ext uri="{FF2B5EF4-FFF2-40B4-BE49-F238E27FC236}">
                <a16:creationId xmlns:a16="http://schemas.microsoft.com/office/drawing/2014/main" id="{A34C8E89-4E8C-4C2A-984D-6B9A64881F72}"/>
              </a:ext>
            </a:extLst>
          </p:cNvPr>
          <p:cNvSpPr>
            <a:spLocks xmlns:a="http://schemas.openxmlformats.org/drawingml/2006/main" noGrp="1"/>
          </p:cNvSpPr>
          <p:nvPr/>
        </p:nvSpPr>
        <p:spPr>
          <a:xfrm xmlns:a="http://schemas.openxmlformats.org/drawingml/2006/main">
            <a:off x="1219200" y="4048125"/>
            <a:ext cx="39433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Allowed</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action</a:t>
            </a:r>
          </a:p>
        </p:txBody>
      </p:sp>
      <p:sp>
        <p:nvSpPr>
          <p:cNvPr id="6" name="">
            <a:extLst xmlns:a="http://schemas.openxmlformats.org/drawingml/2006/main">
              <a:ext uri="{FF2B5EF4-FFF2-40B4-BE49-F238E27FC236}">
                <a16:creationId xmlns:a16="http://schemas.microsoft.com/office/drawing/2014/main" id="{A5AD5FBC-C3B0-4C46-994B-DE977F11376D}"/>
              </a:ext>
            </a:extLst>
          </p:cNvPr>
          <p:cNvSpPr>
            <a:spLocks xmlns:a="http://schemas.openxmlformats.org/drawingml/2006/main" noGrp="1"/>
          </p:cNvSpPr>
          <p:nvPr/>
        </p:nvSpPr>
        <p:spPr>
          <a:xfrm xmlns:a="http://schemas.openxmlformats.org/drawingml/2006/main">
            <a:off x="6953250" y="3810000"/>
            <a:ext cx="447675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A499FF"/>
            </a:solidFill>
          </a:ln>
        </p:spPr>
      </p:sp>
      <p:sp>
        <p:nvSpPr>
          <p:cNvPr id="7" name="">
            <a:extLst xmlns:a="http://schemas.openxmlformats.org/drawingml/2006/main">
              <a:ext uri="{FF2B5EF4-FFF2-40B4-BE49-F238E27FC236}">
                <a16:creationId xmlns:a16="http://schemas.microsoft.com/office/drawing/2014/main" id="{36334F7D-5E85-4A19-BF34-F2101770D59D}"/>
              </a:ext>
            </a:extLst>
          </p:cNvPr>
          <p:cNvSpPr>
            <a:spLocks xmlns:a="http://schemas.openxmlformats.org/drawingml/2006/main" noGrp="1"/>
          </p:cNvSpPr>
          <p:nvPr/>
        </p:nvSpPr>
        <p:spPr>
          <a:xfrm xmlns:a="http://schemas.openxmlformats.org/drawingml/2006/main">
            <a:off x="7219950" y="4048125"/>
            <a:ext cx="39433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Policy</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checks</a:t>
            </a:r>
          </a:p>
        </p:txBody>
      </p:sp>
      <p:sp>
        <p:nvSpPr>
          <p:cNvPr id="8" name="">
            <a:extLst xmlns:a="http://schemas.openxmlformats.org/drawingml/2006/main">
              <a:ext uri="{FF2B5EF4-FFF2-40B4-BE49-F238E27FC236}">
                <a16:creationId xmlns:a16="http://schemas.microsoft.com/office/drawing/2014/main" id="{2CA4E5E6-A904-42D7-827B-482EF5A037D0}"/>
              </a:ext>
            </a:extLst>
          </p:cNvPr>
          <p:cNvSpPr>
            <a:spLocks xmlns:a="http://schemas.openxmlformats.org/drawingml/2006/main" noGrp="1"/>
          </p:cNvSpPr>
          <p:nvPr/>
        </p:nvSpPr>
        <p:spPr>
          <a:xfrm xmlns:a="http://schemas.openxmlformats.org/drawingml/2006/main">
            <a:off x="12954000" y="3810000"/>
            <a:ext cx="447675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FFA18C"/>
            </a:solidFill>
          </a:ln>
        </p:spPr>
      </p:sp>
      <p:sp>
        <p:nvSpPr>
          <p:cNvPr id="9" name="">
            <a:extLst xmlns:a="http://schemas.openxmlformats.org/drawingml/2006/main">
              <a:ext uri="{FF2B5EF4-FFF2-40B4-BE49-F238E27FC236}">
                <a16:creationId xmlns:a16="http://schemas.microsoft.com/office/drawing/2014/main" id="{EABB8809-F83C-45D8-AFB3-42F6BEA08EF8}"/>
              </a:ext>
            </a:extLst>
          </p:cNvPr>
          <p:cNvSpPr>
            <a:spLocks xmlns:a="http://schemas.openxmlformats.org/drawingml/2006/main" noGrp="1"/>
          </p:cNvSpPr>
          <p:nvPr/>
        </p:nvSpPr>
        <p:spPr>
          <a:xfrm xmlns:a="http://schemas.openxmlformats.org/drawingml/2006/main">
            <a:off x="13220700" y="4048125"/>
            <a:ext cx="39433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Denied</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action</a:t>
            </a:r>
          </a:p>
        </p:txBody>
      </p:sp>
      <p:cxnSp>
        <p:nvCxnSpPr>
          <p:cNvPr id="22" name=""/>
          <p:cNvCxnSpPr>
            <a:stCxn xmlns:a="http://schemas.openxmlformats.org/drawingml/2006/main" id="6" idx="1"/>
            <a:endCxn xmlns:a="http://schemas.openxmlformats.org/drawingml/2006/main" id="4" idx="3"/>
          </p:cNvCxnSpPr>
          <p:nvPr/>
        </p:nvCxnSpPr>
        <p:spPr>
          <a:xfrm xmlns:a="http://schemas.openxmlformats.org/drawingml/2006/main" flipH="1">
            <a:off x="5429250" y="5167313"/>
            <a:ext cx="152400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430000" y="5167313"/>
            <a:ext cx="1524000" cy="0"/>
          </a:xfrm>
          <a:prstGeom xmlns:a="http://schemas.openxmlformats.org/drawingml/2006/main" prst="straightConnector1">
            <a:avLst/>
          </a:prstGeom>
          <a:ln xmlns:a="http://schemas.openxmlformats.org/drawingml/2006/main" w="57150">
            <a:solidFill>
              <a:srgbClr val="FFA18C"/>
            </a:solidFill>
            <a:prstDash val="solid"/>
            <a:tailEnd type="triangle" w="lg" len="lg"/>
          </a:ln>
        </p:spPr>
      </p:cxnSp>
      <p:sp>
        <p:nvSpPr>
          <p:cNvPr id="12" name="">
            <a:extLst xmlns:a="http://schemas.openxmlformats.org/drawingml/2006/main">
              <a:ext uri="{FF2B5EF4-FFF2-40B4-BE49-F238E27FC236}">
                <a16:creationId xmlns:a16="http://schemas.microsoft.com/office/drawing/2014/main" id="{0B1DAEF8-1AA0-4470-8F77-A86069006B69}"/>
              </a:ext>
            </a:extLst>
          </p:cNvPr>
          <p:cNvSpPr>
            <a:spLocks xmlns:a="http://schemas.openxmlformats.org/drawingml/2006/main" noGrp="1"/>
          </p:cNvSpPr>
          <p:nvPr/>
        </p:nvSpPr>
        <p:spPr>
          <a:xfrm xmlns:a="http://schemas.openxmlformats.org/drawingml/2006/main">
            <a:off x="1047750" y="719137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Tests need success and denial cases</a:t>
            </a:r>
          </a:p>
        </p:txBody>
      </p:sp>
    </p:spTree>
    <p:extLst>
      <p:ext uri="{BB962C8B-B14F-4D97-AF65-F5344CB8AC3E}">
        <p14:creationId xmlns:p14="http://schemas.microsoft.com/office/powerpoint/2010/main" val="10960854"/>
      </p:ext>
    </p:extLst>
  </p:cSld>
</p:sld>
</file>

<file path=ppt/slides/slide26.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430c9f6f45146f1"/>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259D8B-8370-49F1-9604-25A69595E45B}"/>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8 / 9</a:t>
            </a:r>
          </a:p>
        </p:txBody>
      </p:sp>
      <p:sp>
        <p:nvSpPr>
          <p:cNvPr id="3" name="">
            <a:extLst xmlns:a="http://schemas.openxmlformats.org/drawingml/2006/main">
              <a:ext uri="{FF2B5EF4-FFF2-40B4-BE49-F238E27FC236}">
                <a16:creationId xmlns:a16="http://schemas.microsoft.com/office/drawing/2014/main" id="{62B0B2B1-357D-4EBD-97E9-B4F51ADF820C}"/>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Mobile voice needs recovery</a:t>
            </a:r>
          </a:p>
        </p:txBody>
      </p:sp>
      <p:sp>
        <p:nvSpPr>
          <p:cNvPr id="4" name="">
            <a:extLst xmlns:a="http://schemas.openxmlformats.org/drawingml/2006/main">
              <a:ext uri="{FF2B5EF4-FFF2-40B4-BE49-F238E27FC236}">
                <a16:creationId xmlns:a16="http://schemas.microsoft.com/office/drawing/2014/main" id="{5F04E8F1-1AA3-4648-964A-072113D4B50F}"/>
              </a:ext>
            </a:extLst>
          </p:cNvPr>
          <p:cNvSpPr>
            <a:spLocks xmlns:a="http://schemas.openxmlformats.org/drawingml/2006/main" noGrp="1"/>
          </p:cNvSpPr>
          <p:nvPr/>
        </p:nvSpPr>
        <p:spPr>
          <a:xfrm xmlns:a="http://schemas.openxmlformats.org/drawingml/2006/main">
            <a:off x="952500" y="4095750"/>
            <a:ext cx="438150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73DCD5"/>
            </a:solidFill>
          </a:ln>
        </p:spPr>
      </p:sp>
      <p:sp>
        <p:nvSpPr>
          <p:cNvPr id="5" name="">
            <a:extLst xmlns:a="http://schemas.openxmlformats.org/drawingml/2006/main">
              <a:ext uri="{FF2B5EF4-FFF2-40B4-BE49-F238E27FC236}">
                <a16:creationId xmlns:a16="http://schemas.microsoft.com/office/drawing/2014/main" id="{F2044592-6234-4716-9B1E-4AB14407305B}"/>
              </a:ext>
            </a:extLst>
          </p:cNvPr>
          <p:cNvSpPr>
            <a:spLocks xmlns:a="http://schemas.openxmlformats.org/drawingml/2006/main" noGrp="1"/>
          </p:cNvSpPr>
          <p:nvPr/>
        </p:nvSpPr>
        <p:spPr>
          <a:xfrm xmlns:a="http://schemas.openxmlformats.org/drawingml/2006/main">
            <a:off x="1219200" y="4333875"/>
            <a:ext cx="3848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Speaking</a:t>
            </a:r>
          </a:p>
        </p:txBody>
      </p:sp>
      <p:sp>
        <p:nvSpPr>
          <p:cNvPr id="6" name="">
            <a:extLst xmlns:a="http://schemas.openxmlformats.org/drawingml/2006/main">
              <a:ext uri="{FF2B5EF4-FFF2-40B4-BE49-F238E27FC236}">
                <a16:creationId xmlns:a16="http://schemas.microsoft.com/office/drawing/2014/main" id="{E3694603-5F7C-466C-BB74-BE67F14156B3}"/>
              </a:ext>
            </a:extLst>
          </p:cNvPr>
          <p:cNvSpPr>
            <a:spLocks xmlns:a="http://schemas.openxmlformats.org/drawingml/2006/main" noGrp="1"/>
          </p:cNvSpPr>
          <p:nvPr/>
        </p:nvSpPr>
        <p:spPr>
          <a:xfrm xmlns:a="http://schemas.openxmlformats.org/drawingml/2006/main">
            <a:off x="7000875" y="4095750"/>
            <a:ext cx="438150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FFA18C"/>
            </a:solidFill>
          </a:ln>
        </p:spPr>
      </p:sp>
      <p:sp>
        <p:nvSpPr>
          <p:cNvPr id="7" name="">
            <a:extLst xmlns:a="http://schemas.openxmlformats.org/drawingml/2006/main">
              <a:ext uri="{FF2B5EF4-FFF2-40B4-BE49-F238E27FC236}">
                <a16:creationId xmlns:a16="http://schemas.microsoft.com/office/drawing/2014/main" id="{25409AF1-E7F9-4BE4-B4B9-0EACFAC549F6}"/>
              </a:ext>
            </a:extLst>
          </p:cNvPr>
          <p:cNvSpPr>
            <a:spLocks xmlns:a="http://schemas.openxmlformats.org/drawingml/2006/main" noGrp="1"/>
          </p:cNvSpPr>
          <p:nvPr/>
        </p:nvSpPr>
        <p:spPr>
          <a:xfrm xmlns:a="http://schemas.openxmlformats.org/drawingml/2006/main">
            <a:off x="7267575" y="4333875"/>
            <a:ext cx="3848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4F6"/>
                </a:solidFill>
                <a:latin typeface="Segoe UI"/>
                <a:ea typeface="Segoe UI"/>
                <a:cs typeface="Segoe UI"/>
              </a:defRPr>
            </a:pPr>
            <a:r>
              <a:rPr sz="4050" b="1">
                <a:solidFill>
                  <a:srgbClr val="F3F4F6"/>
                </a:solidFill>
                <a:latin typeface="Segoe UI"/>
                <a:ea typeface="Segoe UI"/>
                <a:cs typeface="Segoe UI"/>
              </a:rPr>
              <a:t>Interrupted</a:t>
            </a:r>
          </a:p>
        </p:txBody>
      </p:sp>
      <p:sp>
        <p:nvSpPr>
          <p:cNvPr id="8" name="">
            <a:extLst xmlns:a="http://schemas.openxmlformats.org/drawingml/2006/main">
              <a:ext uri="{FF2B5EF4-FFF2-40B4-BE49-F238E27FC236}">
                <a16:creationId xmlns:a16="http://schemas.microsoft.com/office/drawing/2014/main" id="{482F5F3E-9BF0-461C-A23D-34878CDDB257}"/>
              </a:ext>
            </a:extLst>
          </p:cNvPr>
          <p:cNvSpPr>
            <a:spLocks xmlns:a="http://schemas.openxmlformats.org/drawingml/2006/main" noGrp="1"/>
          </p:cNvSpPr>
          <p:nvPr/>
        </p:nvSpPr>
        <p:spPr>
          <a:xfrm xmlns:a="http://schemas.openxmlformats.org/drawingml/2006/main">
            <a:off x="13049250" y="4095750"/>
            <a:ext cx="4286250" cy="1666875"/>
          </a:xfrm>
          <a:prstGeom xmlns:a="http://schemas.openxmlformats.org/drawingml/2006/main" prst="roundRect">
            <a:avLst>
              <a:gd name="adj" fmla="val 12571"/>
            </a:avLst>
          </a:prstGeom>
          <a:solidFill xmlns:a="http://schemas.openxmlformats.org/drawingml/2006/main">
            <a:srgbClr val="22263D"/>
          </a:solidFill>
          <a:ln xmlns:a="http://schemas.openxmlformats.org/drawingml/2006/main" w="38100">
            <a:solidFill>
              <a:srgbClr val="A499FF"/>
            </a:solidFill>
          </a:ln>
        </p:spPr>
      </p:sp>
      <p:sp>
        <p:nvSpPr>
          <p:cNvPr id="9" name="">
            <a:extLst xmlns:a="http://schemas.openxmlformats.org/drawingml/2006/main">
              <a:ext uri="{FF2B5EF4-FFF2-40B4-BE49-F238E27FC236}">
                <a16:creationId xmlns:a16="http://schemas.microsoft.com/office/drawing/2014/main" id="{A0225529-C4F4-4803-9062-1514B7710241}"/>
              </a:ext>
            </a:extLst>
          </p:cNvPr>
          <p:cNvSpPr>
            <a:spLocks xmlns:a="http://schemas.openxmlformats.org/drawingml/2006/main" noGrp="1"/>
          </p:cNvSpPr>
          <p:nvPr/>
        </p:nvSpPr>
        <p:spPr>
          <a:xfrm xmlns:a="http://schemas.openxmlformats.org/drawingml/2006/main">
            <a:off x="13315950" y="4333875"/>
            <a:ext cx="3752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3F4F6"/>
                </a:solidFill>
                <a:latin typeface="Segoe UI"/>
                <a:ea typeface="Segoe UI"/>
                <a:cs typeface="Segoe UI"/>
              </a:defRPr>
            </a:pPr>
            <a:r>
              <a:rPr sz="4050" b="1">
                <a:solidFill>
                  <a:srgbClr val="F3F4F6"/>
                </a:solidFill>
                <a:latin typeface="Segoe UI"/>
                <a:ea typeface="Segoe UI"/>
                <a:cs typeface="Segoe UI"/>
              </a:rPr>
              <a:t>Reconnect</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5334000" y="4929188"/>
            <a:ext cx="1666875" cy="0"/>
          </a:xfrm>
          <a:prstGeom xmlns:a="http://schemas.openxmlformats.org/drawingml/2006/main" prst="straightConnector1">
            <a:avLst/>
          </a:prstGeom>
          <a:ln xmlns:a="http://schemas.openxmlformats.org/drawingml/2006/main" w="57150">
            <a:solidFill>
              <a:srgbClr val="FFA18C"/>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382375" y="4929188"/>
            <a:ext cx="16668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sp>
        <p:nvSpPr>
          <p:cNvPr id="12" name="">
            <a:extLst xmlns:a="http://schemas.openxmlformats.org/drawingml/2006/main">
              <a:ext uri="{FF2B5EF4-FFF2-40B4-BE49-F238E27FC236}">
                <a16:creationId xmlns:a16="http://schemas.microsoft.com/office/drawing/2014/main" id="{2232AF6D-3855-4F6B-A1EA-B2A8C2F48521}"/>
              </a:ext>
            </a:extLst>
          </p:cNvPr>
          <p:cNvSpPr>
            <a:spLocks xmlns:a="http://schemas.openxmlformats.org/drawingml/2006/main" noGrp="1"/>
          </p:cNvSpPr>
          <p:nvPr/>
        </p:nvSpPr>
        <p:spPr>
          <a:xfrm xmlns:a="http://schemas.openxmlformats.org/drawingml/2006/main">
            <a:off x="1047750" y="6715125"/>
            <a:ext cx="1619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1">
                <a:solidFill>
                  <a:srgbClr val="F3F4F6"/>
                </a:solidFill>
                <a:latin typeface="Segoe UI"/>
                <a:ea typeface="Segoe UI"/>
                <a:cs typeface="Segoe UI"/>
              </a:defRPr>
            </a:pPr>
            <a:r>
              <a:rPr sz="4388" b="1">
                <a:solidFill>
                  <a:srgbClr val="F3F4F6"/>
                </a:solidFill>
                <a:latin typeface="Segoe UI"/>
                <a:ea typeface="Segoe UI"/>
                <a:cs typeface="Segoe UI"/>
              </a:rPr>
              <a:t>Preserve the turn across connection changes</a:t>
            </a:r>
          </a:p>
        </p:txBody>
      </p:sp>
    </p:spTree>
    <p:extLst>
      <p:ext uri="{BB962C8B-B14F-4D97-AF65-F5344CB8AC3E}">
        <p14:creationId xmlns:p14="http://schemas.microsoft.com/office/powerpoint/2010/main" val="954743475"/>
      </p:ext>
    </p:extLst>
  </p:cSld>
</p:sld>
</file>

<file path=ppt/slides/slide27.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5743230ebe74ea8"/>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130861D-F602-4AA1-B5BC-83F213E65CC5}"/>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8 / 9</a:t>
            </a:r>
          </a:p>
        </p:txBody>
      </p:sp>
      <p:sp>
        <p:nvSpPr>
          <p:cNvPr id="3" name="">
            <a:extLst xmlns:a="http://schemas.openxmlformats.org/drawingml/2006/main">
              <a:ext uri="{FF2B5EF4-FFF2-40B4-BE49-F238E27FC236}">
                <a16:creationId xmlns:a16="http://schemas.microsoft.com/office/drawing/2014/main" id="{E1CD6AD0-52B9-4219-A18E-1F11D519DFD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component others can reuse</a:t>
            </a:r>
          </a:p>
        </p:txBody>
      </p:sp>
      <p:sp>
        <p:nvSpPr>
          <p:cNvPr id="4" name="">
            <a:extLst xmlns:a="http://schemas.openxmlformats.org/drawingml/2006/main">
              <a:ext uri="{FF2B5EF4-FFF2-40B4-BE49-F238E27FC236}">
                <a16:creationId xmlns:a16="http://schemas.microsoft.com/office/drawing/2014/main" id="{6B11AAB4-E603-451B-A225-C817962EF98F}"/>
              </a:ext>
            </a:extLst>
          </p:cNvPr>
          <p:cNvSpPr>
            <a:spLocks xmlns:a="http://schemas.openxmlformats.org/drawingml/2006/main" noGrp="1"/>
          </p:cNvSpPr>
          <p:nvPr/>
        </p:nvSpPr>
        <p:spPr>
          <a:xfrm xmlns:a="http://schemas.openxmlformats.org/drawingml/2006/main">
            <a:off x="952500" y="4048125"/>
            <a:ext cx="457200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3FD466F3-65C9-4405-A71C-E2FC5DBEDD4F}"/>
              </a:ext>
            </a:extLst>
          </p:cNvPr>
          <p:cNvSpPr>
            <a:spLocks xmlns:a="http://schemas.openxmlformats.org/drawingml/2006/main" noGrp="1"/>
          </p:cNvSpPr>
          <p:nvPr/>
        </p:nvSpPr>
        <p:spPr>
          <a:xfrm xmlns:a="http://schemas.openxmlformats.org/drawingml/2006/main">
            <a:off x="1219200" y="4286250"/>
            <a:ext cx="40386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Primitive</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contract</a:t>
            </a:r>
          </a:p>
        </p:txBody>
      </p:sp>
      <p:sp>
        <p:nvSpPr>
          <p:cNvPr id="6" name="">
            <a:extLst xmlns:a="http://schemas.openxmlformats.org/drawingml/2006/main">
              <a:ext uri="{FF2B5EF4-FFF2-40B4-BE49-F238E27FC236}">
                <a16:creationId xmlns:a16="http://schemas.microsoft.com/office/drawing/2014/main" id="{87EA9D44-32DD-4339-B3E7-F2C26EBAEEFF}"/>
              </a:ext>
            </a:extLst>
          </p:cNvPr>
          <p:cNvSpPr>
            <a:spLocks xmlns:a="http://schemas.openxmlformats.org/drawingml/2006/main" noGrp="1"/>
          </p:cNvSpPr>
          <p:nvPr/>
        </p:nvSpPr>
        <p:spPr>
          <a:xfrm xmlns:a="http://schemas.openxmlformats.org/drawingml/2006/main">
            <a:off x="7000875" y="4048125"/>
            <a:ext cx="457200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8B6014D7-962F-4F84-95E6-055380C5AA6A}"/>
              </a:ext>
            </a:extLst>
          </p:cNvPr>
          <p:cNvSpPr>
            <a:spLocks xmlns:a="http://schemas.openxmlformats.org/drawingml/2006/main" noGrp="1"/>
          </p:cNvSpPr>
          <p:nvPr/>
        </p:nvSpPr>
        <p:spPr>
          <a:xfrm xmlns:a="http://schemas.openxmlformats.org/drawingml/2006/main">
            <a:off x="7267575" y="4286250"/>
            <a:ext cx="40386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Client</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renderers</a:t>
            </a:r>
          </a:p>
        </p:txBody>
      </p:sp>
      <p:sp>
        <p:nvSpPr>
          <p:cNvPr id="8" name="">
            <a:extLst xmlns:a="http://schemas.openxmlformats.org/drawingml/2006/main">
              <a:ext uri="{FF2B5EF4-FFF2-40B4-BE49-F238E27FC236}">
                <a16:creationId xmlns:a16="http://schemas.microsoft.com/office/drawing/2014/main" id="{E36A671B-3C2E-44DB-BD59-888C5D775824}"/>
              </a:ext>
            </a:extLst>
          </p:cNvPr>
          <p:cNvSpPr>
            <a:spLocks xmlns:a="http://schemas.openxmlformats.org/drawingml/2006/main" noGrp="1"/>
          </p:cNvSpPr>
          <p:nvPr/>
        </p:nvSpPr>
        <p:spPr>
          <a:xfrm xmlns:a="http://schemas.openxmlformats.org/drawingml/2006/main">
            <a:off x="13049250" y="4048125"/>
            <a:ext cx="4286250" cy="2714625"/>
          </a:xfrm>
          <a:prstGeom xmlns:a="http://schemas.openxmlformats.org/drawingml/2006/main" prst="roundRect">
            <a:avLst>
              <a:gd name="adj" fmla="val 7719"/>
            </a:avLst>
          </a:prstGeom>
          <a:solidFill xmlns:a="http://schemas.openxmlformats.org/drawingml/2006/main">
            <a:srgbClr val="22263D"/>
          </a:solidFill>
          <a:ln xmlns:a="http://schemas.openxmlformats.org/drawingml/2006/main" w="38100">
            <a:solidFill>
              <a:srgbClr val="73DCD5"/>
            </a:solidFill>
          </a:ln>
        </p:spPr>
      </p:sp>
      <p:sp>
        <p:nvSpPr>
          <p:cNvPr id="9" name="">
            <a:extLst xmlns:a="http://schemas.openxmlformats.org/drawingml/2006/main">
              <a:ext uri="{FF2B5EF4-FFF2-40B4-BE49-F238E27FC236}">
                <a16:creationId xmlns:a16="http://schemas.microsoft.com/office/drawing/2014/main" id="{09583AE7-E947-4104-9A74-EB89873B959B}"/>
              </a:ext>
            </a:extLst>
          </p:cNvPr>
          <p:cNvSpPr>
            <a:spLocks xmlns:a="http://schemas.openxmlformats.org/drawingml/2006/main" noGrp="1"/>
          </p:cNvSpPr>
          <p:nvPr/>
        </p:nvSpPr>
        <p:spPr>
          <a:xfrm xmlns:a="http://schemas.openxmlformats.org/drawingml/2006/main">
            <a:off x="13315950" y="4286250"/>
            <a:ext cx="37528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38" b="1">
                <a:solidFill>
                  <a:srgbClr val="F3F4F6"/>
                </a:solidFill>
                <a:latin typeface="Segoe UI"/>
                <a:ea typeface="Segoe UI"/>
                <a:cs typeface="Segoe UI"/>
              </a:defRPr>
            </a:pPr>
            <a:r>
              <a:rPr sz="3938" b="1">
                <a:solidFill>
                  <a:srgbClr val="F3F4F6"/>
                </a:solidFill>
                <a:latin typeface="Segoe UI"/>
                <a:ea typeface="Segoe UI"/>
                <a:cs typeface="Segoe UI"/>
              </a:rPr>
              <a:t>Independent</a:t>
            </a:r>
          </a:p>
          <a:p xmlns:a="http://schemas.openxmlformats.org/drawingml/2006/main">
            <a:pPr>
              <a:defRPr sz="3938" b="1">
                <a:solidFill>
                  <a:srgbClr val="F3F4F6"/>
                </a:solidFill>
                <a:latin typeface="Segoe UI"/>
                <a:ea typeface="Segoe UI"/>
                <a:cs typeface="Segoe UI"/>
              </a:defRPr>
            </a:pPr>
            <a:r>
              <a:rPr sz="3938" b="1">
                <a:solidFill>
                  <a:srgbClr val="F3F4F6"/>
                </a:solidFill>
                <a:latin typeface="Segoe UI"/>
                <a:ea typeface="Segoe UI"/>
                <a:cs typeface="Segoe UI"/>
              </a:rPr>
              <a:t>example</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5524500" y="5405438"/>
            <a:ext cx="147637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572875" y="5405438"/>
            <a:ext cx="147637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98F79B16-6AF0-4570-AF34-E3F4AE3526BA}"/>
              </a:ext>
            </a:extLst>
          </p:cNvPr>
          <p:cNvSpPr>
            <a:spLocks xmlns:a="http://schemas.openxmlformats.org/drawingml/2006/main" noGrp="1"/>
          </p:cNvSpPr>
          <p:nvPr/>
        </p:nvSpPr>
        <p:spPr>
          <a:xfrm xmlns:a="http://schemas.openxmlformats.org/drawingml/2006/main">
            <a:off x="1047750" y="7143750"/>
            <a:ext cx="1628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88" b="1">
                <a:solidFill>
                  <a:srgbClr val="F3F4F6"/>
                </a:solidFill>
                <a:latin typeface="Segoe UI"/>
                <a:ea typeface="Segoe UI"/>
                <a:cs typeface="Segoe UI"/>
              </a:defRPr>
            </a:pPr>
            <a:r>
              <a:rPr sz="4388" b="1">
                <a:solidFill>
                  <a:srgbClr val="F3F4F6"/>
                </a:solidFill>
                <a:latin typeface="Segoe UI"/>
                <a:ea typeface="Segoe UI"/>
                <a:cs typeface="Segoe UI"/>
              </a:rPr>
              <a:t>Parity tests keep the meaning consistent</a:t>
            </a:r>
          </a:p>
        </p:txBody>
      </p:sp>
    </p:spTree>
    <p:extLst>
      <p:ext uri="{BB962C8B-B14F-4D97-AF65-F5344CB8AC3E}">
        <p14:creationId xmlns:p14="http://schemas.microsoft.com/office/powerpoint/2010/main" val="568966195"/>
      </p:ext>
    </p:extLst>
  </p:cSld>
</p:sld>
</file>

<file path=ppt/slides/slide28.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ea87811d9014f57"/>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A8D130-FFC3-4EE3-ADD9-CFCC3BACEAB6}"/>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9 / 9</a:t>
            </a:r>
          </a:p>
        </p:txBody>
      </p:sp>
      <p:sp>
        <p:nvSpPr>
          <p:cNvPr id="3" name="">
            <a:extLst xmlns:a="http://schemas.openxmlformats.org/drawingml/2006/main">
              <a:ext uri="{FF2B5EF4-FFF2-40B4-BE49-F238E27FC236}">
                <a16:creationId xmlns:a16="http://schemas.microsoft.com/office/drawing/2014/main" id="{54438336-82E8-4119-BEB7-8BD5CAACF2BD}"/>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49 tasks across five repositories</a:t>
            </a:r>
          </a:p>
        </p:txBody>
      </p:sp>
      <p:sp>
        <p:nvSpPr>
          <p:cNvPr id="4" name="">
            <a:extLst xmlns:a="http://schemas.openxmlformats.org/drawingml/2006/main">
              <a:ext uri="{FF2B5EF4-FFF2-40B4-BE49-F238E27FC236}">
                <a16:creationId xmlns:a16="http://schemas.microsoft.com/office/drawing/2014/main" id="{BE6DAA35-8C20-4E52-8AD7-18B2A4D606F7}"/>
              </a:ext>
            </a:extLst>
          </p:cNvPr>
          <p:cNvSpPr>
            <a:spLocks xmlns:a="http://schemas.openxmlformats.org/drawingml/2006/main" noGrp="1"/>
          </p:cNvSpPr>
          <p:nvPr/>
        </p:nvSpPr>
        <p:spPr>
          <a:xfrm xmlns:a="http://schemas.openxmlformats.org/drawingml/2006/main">
            <a:off x="1047750" y="371475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38" b="1">
                <a:solidFill>
                  <a:srgbClr val="A499FF"/>
                </a:solidFill>
                <a:latin typeface="Segoe UI"/>
                <a:ea typeface="Segoe UI"/>
                <a:cs typeface="Segoe UI"/>
              </a:defRPr>
            </a:pPr>
            <a:r>
              <a:rPr sz="4838" b="1">
                <a:solidFill>
                  <a:srgbClr val="A499FF"/>
                </a:solidFill>
                <a:latin typeface="Segoe UI"/>
                <a:ea typeface="Segoe UI"/>
                <a:cs typeface="Segoe UI"/>
              </a:rPr>
              <a:t>Deep</a:t>
            </a:r>
          </a:p>
        </p:txBody>
      </p:sp>
      <p:sp>
        <p:nvSpPr>
          <p:cNvPr id="5" name="">
            <a:extLst xmlns:a="http://schemas.openxmlformats.org/drawingml/2006/main">
              <a:ext uri="{FF2B5EF4-FFF2-40B4-BE49-F238E27FC236}">
                <a16:creationId xmlns:a16="http://schemas.microsoft.com/office/drawing/2014/main" id="{F9ECD532-0D38-497B-BDEA-2BF6150542CE}"/>
              </a:ext>
            </a:extLst>
          </p:cNvPr>
          <p:cNvSpPr>
            <a:spLocks xmlns:a="http://schemas.openxmlformats.org/drawingml/2006/main" noGrp="1"/>
          </p:cNvSpPr>
          <p:nvPr/>
        </p:nvSpPr>
        <p:spPr>
          <a:xfrm xmlns:a="http://schemas.openxmlformats.org/drawingml/2006/main">
            <a:off x="1047750" y="504825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38" b="1">
                <a:solidFill>
                  <a:srgbClr val="A499FF"/>
                </a:solidFill>
                <a:latin typeface="Segoe UI"/>
                <a:ea typeface="Segoe UI"/>
                <a:cs typeface="Segoe UI"/>
              </a:defRPr>
            </a:pPr>
            <a:r>
              <a:rPr sz="4838" b="1">
                <a:solidFill>
                  <a:srgbClr val="A499FF"/>
                </a:solidFill>
                <a:latin typeface="Segoe UI"/>
                <a:ea typeface="Segoe UI"/>
                <a:cs typeface="Segoe UI"/>
              </a:rPr>
              <a:t>Projection</a:t>
            </a:r>
          </a:p>
        </p:txBody>
      </p:sp>
      <p:sp>
        <p:nvSpPr>
          <p:cNvPr id="6" name="">
            <a:extLst xmlns:a="http://schemas.openxmlformats.org/drawingml/2006/main">
              <a:ext uri="{FF2B5EF4-FFF2-40B4-BE49-F238E27FC236}">
                <a16:creationId xmlns:a16="http://schemas.microsoft.com/office/drawing/2014/main" id="{E6F32FAA-0A11-48AF-B223-EBEF9C552FDD}"/>
              </a:ext>
            </a:extLst>
          </p:cNvPr>
          <p:cNvSpPr>
            <a:spLocks xmlns:a="http://schemas.openxmlformats.org/drawingml/2006/main" noGrp="1"/>
          </p:cNvSpPr>
          <p:nvPr/>
        </p:nvSpPr>
        <p:spPr>
          <a:xfrm xmlns:a="http://schemas.openxmlformats.org/drawingml/2006/main">
            <a:off x="1047750" y="638175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38" b="1">
                <a:solidFill>
                  <a:srgbClr val="A499FF"/>
                </a:solidFill>
                <a:latin typeface="Segoe UI"/>
                <a:ea typeface="Segoe UI"/>
                <a:cs typeface="Segoe UI"/>
              </a:defRPr>
            </a:pPr>
            <a:r>
              <a:rPr sz="4838" b="1">
                <a:solidFill>
                  <a:srgbClr val="A499FF"/>
                </a:solidFill>
                <a:latin typeface="Segoe UI"/>
                <a:ea typeface="Segoe UI"/>
                <a:cs typeface="Segoe UI"/>
              </a:rPr>
              <a:t>Primitives</a:t>
            </a:r>
          </a:p>
        </p:txBody>
      </p:sp>
      <p:sp>
        <p:nvSpPr>
          <p:cNvPr id="7" name="">
            <a:extLst xmlns:a="http://schemas.openxmlformats.org/drawingml/2006/main">
              <a:ext uri="{FF2B5EF4-FFF2-40B4-BE49-F238E27FC236}">
                <a16:creationId xmlns:a16="http://schemas.microsoft.com/office/drawing/2014/main" id="{33531356-AC42-40CB-96CA-4289CC5CCB83}"/>
              </a:ext>
            </a:extLst>
          </p:cNvPr>
          <p:cNvSpPr>
            <a:spLocks xmlns:a="http://schemas.openxmlformats.org/drawingml/2006/main" noGrp="1"/>
          </p:cNvSpPr>
          <p:nvPr/>
        </p:nvSpPr>
        <p:spPr>
          <a:xfrm xmlns:a="http://schemas.openxmlformats.org/drawingml/2006/main">
            <a:off x="10287000" y="371475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38" b="1">
                <a:solidFill>
                  <a:srgbClr val="73DCD5"/>
                </a:solidFill>
                <a:latin typeface="Segoe UI"/>
                <a:ea typeface="Segoe UI"/>
                <a:cs typeface="Segoe UI"/>
              </a:defRPr>
            </a:pPr>
            <a:r>
              <a:rPr sz="4838" b="1">
                <a:solidFill>
                  <a:srgbClr val="73DCD5"/>
                </a:solidFill>
                <a:latin typeface="Segoe UI"/>
                <a:ea typeface="Segoe UI"/>
                <a:cs typeface="Segoe UI"/>
              </a:rPr>
              <a:t>Plane</a:t>
            </a:r>
          </a:p>
        </p:txBody>
      </p:sp>
      <p:sp>
        <p:nvSpPr>
          <p:cNvPr id="8" name="">
            <a:extLst xmlns:a="http://schemas.openxmlformats.org/drawingml/2006/main">
              <a:ext uri="{FF2B5EF4-FFF2-40B4-BE49-F238E27FC236}">
                <a16:creationId xmlns:a16="http://schemas.microsoft.com/office/drawing/2014/main" id="{73D7817B-577A-47CA-9E4F-530D6466E6AC}"/>
              </a:ext>
            </a:extLst>
          </p:cNvPr>
          <p:cNvSpPr>
            <a:spLocks xmlns:a="http://schemas.openxmlformats.org/drawingml/2006/main" noGrp="1"/>
          </p:cNvSpPr>
          <p:nvPr/>
        </p:nvSpPr>
        <p:spPr>
          <a:xfrm xmlns:a="http://schemas.openxmlformats.org/drawingml/2006/main">
            <a:off x="10287000" y="504825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38" b="1">
                <a:solidFill>
                  <a:srgbClr val="73DCD5"/>
                </a:solidFill>
                <a:latin typeface="Segoe UI"/>
                <a:ea typeface="Segoe UI"/>
                <a:cs typeface="Segoe UI"/>
              </a:defRPr>
            </a:pPr>
            <a:r>
              <a:rPr sz="4838" b="1">
                <a:solidFill>
                  <a:srgbClr val="73DCD5"/>
                </a:solidFill>
                <a:latin typeface="Segoe UI"/>
                <a:ea typeface="Segoe UI"/>
                <a:cs typeface="Segoe UI"/>
              </a:rPr>
              <a:t>LETS</a:t>
            </a:r>
          </a:p>
        </p:txBody>
      </p:sp>
      <p:sp>
        <p:nvSpPr>
          <p:cNvPr id="9" name="">
            <a:extLst xmlns:a="http://schemas.openxmlformats.org/drawingml/2006/main">
              <a:ext uri="{FF2B5EF4-FFF2-40B4-BE49-F238E27FC236}">
                <a16:creationId xmlns:a16="http://schemas.microsoft.com/office/drawing/2014/main" id="{C773D382-E7F8-4A30-8E1F-A26F1FBC1BF6}"/>
              </a:ext>
            </a:extLst>
          </p:cNvPr>
          <p:cNvSpPr>
            <a:spLocks xmlns:a="http://schemas.openxmlformats.org/drawingml/2006/main" noGrp="1"/>
          </p:cNvSpPr>
          <p:nvPr/>
        </p:nvSpPr>
        <p:spPr>
          <a:xfrm xmlns:a="http://schemas.openxmlformats.org/drawingml/2006/main">
            <a:off x="10287000" y="6572250"/>
            <a:ext cx="714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Recognition points</a:t>
            </a:r>
          </a:p>
        </p:txBody>
      </p:sp>
    </p:spTree>
    <p:extLst>
      <p:ext uri="{BB962C8B-B14F-4D97-AF65-F5344CB8AC3E}">
        <p14:creationId xmlns:p14="http://schemas.microsoft.com/office/powerpoint/2010/main" val="222179112"/>
      </p:ext>
    </p:extLst>
  </p:cSld>
</p:sld>
</file>

<file path=ppt/slides/slide29.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336958c20f44a0c"/>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C28949-93B3-4E11-B655-6797E89F5369}"/>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9 / 9</a:t>
            </a:r>
          </a:p>
        </p:txBody>
      </p:sp>
      <p:sp>
        <p:nvSpPr>
          <p:cNvPr id="3" name="">
            <a:extLst xmlns:a="http://schemas.openxmlformats.org/drawingml/2006/main">
              <a:ext uri="{FF2B5EF4-FFF2-40B4-BE49-F238E27FC236}">
                <a16:creationId xmlns:a16="http://schemas.microsoft.com/office/drawing/2014/main" id="{D60640A4-71FE-4052-BA9F-F6245AE54B53}"/>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A reservation comes before the work</a:t>
            </a:r>
          </a:p>
        </p:txBody>
      </p:sp>
      <p:sp>
        <p:nvSpPr>
          <p:cNvPr id="4" name="">
            <a:extLst xmlns:a="http://schemas.openxmlformats.org/drawingml/2006/main">
              <a:ext uri="{FF2B5EF4-FFF2-40B4-BE49-F238E27FC236}">
                <a16:creationId xmlns:a16="http://schemas.microsoft.com/office/drawing/2014/main" id="{8A5E5D4A-FDE7-46BE-A7B4-F0E40890C1FA}"/>
              </a:ext>
            </a:extLst>
          </p:cNvPr>
          <p:cNvSpPr>
            <a:spLocks xmlns:a="http://schemas.openxmlformats.org/drawingml/2006/main" noGrp="1"/>
          </p:cNvSpPr>
          <p:nvPr/>
        </p:nvSpPr>
        <p:spPr>
          <a:xfrm xmlns:a="http://schemas.openxmlformats.org/drawingml/2006/main">
            <a:off x="952500" y="3810000"/>
            <a:ext cx="4429125"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7D3B970E-E78F-4468-9602-0A0C80A48DF9}"/>
              </a:ext>
            </a:extLst>
          </p:cNvPr>
          <p:cNvSpPr>
            <a:spLocks xmlns:a="http://schemas.openxmlformats.org/drawingml/2006/main" noGrp="1"/>
          </p:cNvSpPr>
          <p:nvPr/>
        </p:nvSpPr>
        <p:spPr>
          <a:xfrm xmlns:a="http://schemas.openxmlformats.org/drawingml/2006/main">
            <a:off x="1219200" y="4048125"/>
            <a:ext cx="38957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Choose</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 task</a:t>
            </a:r>
          </a:p>
        </p:txBody>
      </p:sp>
      <p:sp>
        <p:nvSpPr>
          <p:cNvPr id="6" name="">
            <a:extLst xmlns:a="http://schemas.openxmlformats.org/drawingml/2006/main">
              <a:ext uri="{FF2B5EF4-FFF2-40B4-BE49-F238E27FC236}">
                <a16:creationId xmlns:a16="http://schemas.microsoft.com/office/drawing/2014/main" id="{FB17E575-6D0E-4E64-97E4-D96CACB83F6A}"/>
              </a:ext>
            </a:extLst>
          </p:cNvPr>
          <p:cNvSpPr>
            <a:spLocks xmlns:a="http://schemas.openxmlformats.org/drawingml/2006/main" noGrp="1"/>
          </p:cNvSpPr>
          <p:nvPr/>
        </p:nvSpPr>
        <p:spPr>
          <a:xfrm xmlns:a="http://schemas.openxmlformats.org/drawingml/2006/main">
            <a:off x="7000875" y="3810000"/>
            <a:ext cx="4429125"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A499FF"/>
            </a:solidFill>
          </a:ln>
        </p:spPr>
      </p:sp>
      <p:sp>
        <p:nvSpPr>
          <p:cNvPr id="7" name="">
            <a:extLst xmlns:a="http://schemas.openxmlformats.org/drawingml/2006/main">
              <a:ext uri="{FF2B5EF4-FFF2-40B4-BE49-F238E27FC236}">
                <a16:creationId xmlns:a16="http://schemas.microsoft.com/office/drawing/2014/main" id="{7F5D3201-1BBB-4C48-B557-3BEEE71D4BCD}"/>
              </a:ext>
            </a:extLst>
          </p:cNvPr>
          <p:cNvSpPr>
            <a:spLocks xmlns:a="http://schemas.openxmlformats.org/drawingml/2006/main" noGrp="1"/>
          </p:cNvSpPr>
          <p:nvPr/>
        </p:nvSpPr>
        <p:spPr>
          <a:xfrm xmlns:a="http://schemas.openxmlformats.org/drawingml/2006/main">
            <a:off x="7267575" y="4048125"/>
            <a:ext cx="38957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Request</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 claim</a:t>
            </a:r>
          </a:p>
        </p:txBody>
      </p:sp>
      <p:sp>
        <p:nvSpPr>
          <p:cNvPr id="8" name="">
            <a:extLst xmlns:a="http://schemas.openxmlformats.org/drawingml/2006/main">
              <a:ext uri="{FF2B5EF4-FFF2-40B4-BE49-F238E27FC236}">
                <a16:creationId xmlns:a16="http://schemas.microsoft.com/office/drawing/2014/main" id="{31097C54-5A99-448A-920E-065407567B65}"/>
              </a:ext>
            </a:extLst>
          </p:cNvPr>
          <p:cNvSpPr>
            <a:spLocks xmlns:a="http://schemas.openxmlformats.org/drawingml/2006/main" noGrp="1"/>
          </p:cNvSpPr>
          <p:nvPr/>
        </p:nvSpPr>
        <p:spPr>
          <a:xfrm xmlns:a="http://schemas.openxmlformats.org/drawingml/2006/main">
            <a:off x="13049250" y="3810000"/>
            <a:ext cx="4333875"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9" name="">
            <a:extLst xmlns:a="http://schemas.openxmlformats.org/drawingml/2006/main">
              <a:ext uri="{FF2B5EF4-FFF2-40B4-BE49-F238E27FC236}">
                <a16:creationId xmlns:a16="http://schemas.microsoft.com/office/drawing/2014/main" id="{2D2B75DF-E62E-4D91-A2A2-B5479D4009B8}"/>
              </a:ext>
            </a:extLst>
          </p:cNvPr>
          <p:cNvSpPr>
            <a:spLocks xmlns:a="http://schemas.openxmlformats.org/drawingml/2006/main" noGrp="1"/>
          </p:cNvSpPr>
          <p:nvPr/>
        </p:nvSpPr>
        <p:spPr>
          <a:xfrm xmlns:a="http://schemas.openxmlformats.org/drawingml/2006/main">
            <a:off x="13315950" y="4048125"/>
            <a:ext cx="38004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Wait for</a:t>
            </a:r>
          </a:p>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reservation</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5381625" y="5143500"/>
            <a:ext cx="1619250"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430000" y="5143500"/>
            <a:ext cx="1619250"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A24A7BB6-C614-4386-A36C-ADDB4792F628}"/>
              </a:ext>
            </a:extLst>
          </p:cNvPr>
          <p:cNvSpPr>
            <a:spLocks xmlns:a="http://schemas.openxmlformats.org/drawingml/2006/main" noGrp="1"/>
          </p:cNvSpPr>
          <p:nvPr/>
        </p:nvSpPr>
        <p:spPr>
          <a:xfrm xmlns:a="http://schemas.openxmlformats.org/drawingml/2006/main">
            <a:off x="1047750" y="70485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Start after the reservation is confirmed</a:t>
            </a:r>
          </a:p>
        </p:txBody>
      </p:sp>
    </p:spTree>
    <p:extLst>
      <p:ext uri="{BB962C8B-B14F-4D97-AF65-F5344CB8AC3E}">
        <p14:creationId xmlns:p14="http://schemas.microsoft.com/office/powerpoint/2010/main" val="1066621990"/>
      </p:ext>
    </p:extLst>
  </p:cSld>
</p:sld>
</file>

<file path=ppt/slides/slide30.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d9fbfd930734893"/>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8FD219-FBD4-47AE-B28A-0A3472085560}"/>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9 / 9</a:t>
            </a:r>
          </a:p>
        </p:txBody>
      </p:sp>
      <p:sp>
        <p:nvSpPr>
          <p:cNvPr id="3" name="">
            <a:extLst xmlns:a="http://schemas.openxmlformats.org/drawingml/2006/main">
              <a:ext uri="{FF2B5EF4-FFF2-40B4-BE49-F238E27FC236}">
                <a16:creationId xmlns:a16="http://schemas.microsoft.com/office/drawing/2014/main" id="{EE760F47-EA93-4E26-B8C5-63F8AF96592C}"/>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Reviewed work earns recognition</a:t>
            </a:r>
          </a:p>
        </p:txBody>
      </p:sp>
      <p:sp>
        <p:nvSpPr>
          <p:cNvPr id="4" name="">
            <a:extLst xmlns:a="http://schemas.openxmlformats.org/drawingml/2006/main">
              <a:ext uri="{FF2B5EF4-FFF2-40B4-BE49-F238E27FC236}">
                <a16:creationId xmlns:a16="http://schemas.microsoft.com/office/drawing/2014/main" id="{1AB9EFAC-8208-4D16-9144-A3CDBB4465B5}"/>
              </a:ext>
            </a:extLst>
          </p:cNvPr>
          <p:cNvSpPr>
            <a:spLocks xmlns:a="http://schemas.openxmlformats.org/drawingml/2006/main" noGrp="1"/>
          </p:cNvSpPr>
          <p:nvPr/>
        </p:nvSpPr>
        <p:spPr>
          <a:xfrm xmlns:a="http://schemas.openxmlformats.org/drawingml/2006/main">
            <a:off x="952500" y="3952875"/>
            <a:ext cx="46672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A499FF"/>
            </a:solidFill>
          </a:ln>
        </p:spPr>
      </p:sp>
      <p:sp>
        <p:nvSpPr>
          <p:cNvPr id="5" name="">
            <a:extLst xmlns:a="http://schemas.openxmlformats.org/drawingml/2006/main">
              <a:ext uri="{FF2B5EF4-FFF2-40B4-BE49-F238E27FC236}">
                <a16:creationId xmlns:a16="http://schemas.microsoft.com/office/drawing/2014/main" id="{41E78D6C-177F-46E5-A8D2-2FE3A2DA1AA1}"/>
              </a:ext>
            </a:extLst>
          </p:cNvPr>
          <p:cNvSpPr>
            <a:spLocks xmlns:a="http://schemas.openxmlformats.org/drawingml/2006/main" noGrp="1"/>
          </p:cNvSpPr>
          <p:nvPr/>
        </p:nvSpPr>
        <p:spPr>
          <a:xfrm xmlns:a="http://schemas.openxmlformats.org/drawingml/2006/main">
            <a:off x="1219200" y="4191000"/>
            <a:ext cx="4133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Reviewed</a:t>
            </a:r>
          </a:p>
          <a:p xmlns:a="http://schemas.openxmlformats.org/drawingml/2006/main">
            <a:pPr>
              <a:defRPr sz="4163" b="1">
                <a:solidFill>
                  <a:srgbClr val="F3F4F6"/>
                </a:solidFill>
                <a:latin typeface="Segoe UI"/>
                <a:ea typeface="Segoe UI"/>
                <a:cs typeface="Segoe UI"/>
              </a:defRPr>
            </a:pPr>
            <a:r>
              <a:rPr sz="4163" b="1">
                <a:solidFill>
                  <a:srgbClr val="F3F4F6"/>
                </a:solidFill>
                <a:latin typeface="Segoe UI"/>
                <a:ea typeface="Segoe UI"/>
                <a:cs typeface="Segoe UI"/>
              </a:rPr>
              <a:t>contribution</a:t>
            </a:r>
          </a:p>
        </p:txBody>
      </p:sp>
      <p:sp>
        <p:nvSpPr>
          <p:cNvPr id="6" name="">
            <a:extLst xmlns:a="http://schemas.openxmlformats.org/drawingml/2006/main">
              <a:ext uri="{FF2B5EF4-FFF2-40B4-BE49-F238E27FC236}">
                <a16:creationId xmlns:a16="http://schemas.microsoft.com/office/drawing/2014/main" id="{BC7E0C4F-FCED-4484-900C-860057E716A0}"/>
              </a:ext>
            </a:extLst>
          </p:cNvPr>
          <p:cNvSpPr>
            <a:spLocks xmlns:a="http://schemas.openxmlformats.org/drawingml/2006/main" noGrp="1"/>
          </p:cNvSpPr>
          <p:nvPr/>
        </p:nvSpPr>
        <p:spPr>
          <a:xfrm xmlns:a="http://schemas.openxmlformats.org/drawingml/2006/main">
            <a:off x="7000875" y="3952875"/>
            <a:ext cx="4667250"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7" name="">
            <a:extLst xmlns:a="http://schemas.openxmlformats.org/drawingml/2006/main">
              <a:ext uri="{FF2B5EF4-FFF2-40B4-BE49-F238E27FC236}">
                <a16:creationId xmlns:a16="http://schemas.microsoft.com/office/drawing/2014/main" id="{52B2D8FE-A120-440F-9795-52A3F07BF3EE}"/>
              </a:ext>
            </a:extLst>
          </p:cNvPr>
          <p:cNvSpPr>
            <a:spLocks xmlns:a="http://schemas.openxmlformats.org/drawingml/2006/main" noGrp="1"/>
          </p:cNvSpPr>
          <p:nvPr/>
        </p:nvSpPr>
        <p:spPr>
          <a:xfrm xmlns:a="http://schemas.openxmlformats.org/drawingml/2006/main">
            <a:off x="7267575" y="4191000"/>
            <a:ext cx="4133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Verified</a:t>
            </a:r>
          </a:p>
          <a:p xmlns:a="http://schemas.openxmlformats.org/drawingml/2006/main">
            <a:pPr>
              <a:defRPr sz="4500" b="1">
                <a:solidFill>
                  <a:srgbClr val="F3F4F6"/>
                </a:solidFill>
                <a:latin typeface="Segoe UI"/>
                <a:ea typeface="Segoe UI"/>
                <a:cs typeface="Segoe UI"/>
              </a:defRPr>
            </a:pPr>
            <a:r>
              <a:rPr sz="4500" b="1">
                <a:solidFill>
                  <a:srgbClr val="F3F4F6"/>
                </a:solidFill>
                <a:latin typeface="Segoe UI"/>
                <a:ea typeface="Segoe UI"/>
                <a:cs typeface="Segoe UI"/>
              </a:rPr>
              <a:t>award</a:t>
            </a:r>
          </a:p>
        </p:txBody>
      </p:sp>
      <p:sp>
        <p:nvSpPr>
          <p:cNvPr id="8" name="">
            <a:extLst xmlns:a="http://schemas.openxmlformats.org/drawingml/2006/main">
              <a:ext uri="{FF2B5EF4-FFF2-40B4-BE49-F238E27FC236}">
                <a16:creationId xmlns:a16="http://schemas.microsoft.com/office/drawing/2014/main" id="{97B8863B-D1E3-44B2-B222-0B3E6211AB85}"/>
              </a:ext>
            </a:extLst>
          </p:cNvPr>
          <p:cNvSpPr>
            <a:spLocks xmlns:a="http://schemas.openxmlformats.org/drawingml/2006/main" noGrp="1"/>
          </p:cNvSpPr>
          <p:nvPr/>
        </p:nvSpPr>
        <p:spPr>
          <a:xfrm xmlns:a="http://schemas.openxmlformats.org/drawingml/2006/main">
            <a:off x="13144500" y="3952875"/>
            <a:ext cx="4238625" cy="2667000"/>
          </a:xfrm>
          <a:prstGeom xmlns:a="http://schemas.openxmlformats.org/drawingml/2006/main" prst="roundRect">
            <a:avLst>
              <a:gd name="adj" fmla="val 7857"/>
            </a:avLst>
          </a:prstGeom>
          <a:solidFill xmlns:a="http://schemas.openxmlformats.org/drawingml/2006/main">
            <a:srgbClr val="22263D"/>
          </a:solidFill>
          <a:ln xmlns:a="http://schemas.openxmlformats.org/drawingml/2006/main" w="38100">
            <a:solidFill>
              <a:srgbClr val="73DCD5"/>
            </a:solidFill>
          </a:ln>
        </p:spPr>
      </p:sp>
      <p:sp>
        <p:nvSpPr>
          <p:cNvPr id="9" name="">
            <a:extLst xmlns:a="http://schemas.openxmlformats.org/drawingml/2006/main">
              <a:ext uri="{FF2B5EF4-FFF2-40B4-BE49-F238E27FC236}">
                <a16:creationId xmlns:a16="http://schemas.microsoft.com/office/drawing/2014/main" id="{7EE952F8-294F-44EF-BF42-A5244383A809}"/>
              </a:ext>
            </a:extLst>
          </p:cNvPr>
          <p:cNvSpPr>
            <a:spLocks xmlns:a="http://schemas.openxmlformats.org/drawingml/2006/main" noGrp="1"/>
          </p:cNvSpPr>
          <p:nvPr/>
        </p:nvSpPr>
        <p:spPr>
          <a:xfrm xmlns:a="http://schemas.openxmlformats.org/drawingml/2006/main">
            <a:off x="13411200" y="4191000"/>
            <a:ext cx="37052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81" b="1">
                <a:solidFill>
                  <a:srgbClr val="F3F4F6"/>
                </a:solidFill>
                <a:latin typeface="Segoe UI"/>
                <a:ea typeface="Segoe UI"/>
                <a:cs typeface="Segoe UI"/>
              </a:defRPr>
            </a:pPr>
            <a:r>
              <a:rPr sz="3881" b="1">
                <a:solidFill>
                  <a:srgbClr val="F3F4F6"/>
                </a:solidFill>
                <a:latin typeface="Segoe UI"/>
                <a:ea typeface="Segoe UI"/>
                <a:cs typeface="Segoe UI"/>
              </a:rPr>
              <a:t>Leaderboard</a:t>
            </a:r>
          </a:p>
          <a:p xmlns:a="http://schemas.openxmlformats.org/drawingml/2006/main">
            <a:pPr>
              <a:defRPr sz="3881" b="1">
                <a:solidFill>
                  <a:srgbClr val="F3F4F6"/>
                </a:solidFill>
                <a:latin typeface="Segoe UI"/>
                <a:ea typeface="Segoe UI"/>
                <a:cs typeface="Segoe UI"/>
              </a:defRPr>
            </a:pPr>
            <a:r>
              <a:rPr sz="3881" b="1">
                <a:solidFill>
                  <a:srgbClr val="F3F4F6"/>
                </a:solidFill>
                <a:latin typeface="Segoe UI"/>
                <a:ea typeface="Segoe UI"/>
                <a:cs typeface="Segoe UI"/>
              </a:rPr>
              <a:t>points</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5619750" y="5286375"/>
            <a:ext cx="1381125" cy="0"/>
          </a:xfrm>
          <a:prstGeom xmlns:a="http://schemas.openxmlformats.org/drawingml/2006/main" prst="straightConnector1">
            <a:avLst/>
          </a:prstGeom>
          <a:ln xmlns:a="http://schemas.openxmlformats.org/drawingml/2006/main" w="57150">
            <a:solidFill>
              <a:srgbClr val="A499FF"/>
            </a:solidFill>
            <a:prstDash val="solid"/>
            <a:tailEnd type="triangle" w="lg" len="lg"/>
          </a:ln>
        </p:spPr>
      </p:cxn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11668125" y="5286375"/>
            <a:ext cx="1476375" cy="0"/>
          </a:xfrm>
          <a:prstGeom xmlns:a="http://schemas.openxmlformats.org/drawingml/2006/main" prst="straightConnector1">
            <a:avLst/>
          </a:prstGeom>
          <a:ln xmlns:a="http://schemas.openxmlformats.org/drawingml/2006/main" w="57150">
            <a:solidFill>
              <a:srgbClr val="73DCD5"/>
            </a:solidFill>
            <a:prstDash val="solid"/>
            <a:tailEnd type="triangle" w="lg" len="lg"/>
          </a:ln>
        </p:spPr>
      </p:cxnSp>
      <p:sp>
        <p:nvSpPr>
          <p:cNvPr id="12" name="">
            <a:extLst xmlns:a="http://schemas.openxmlformats.org/drawingml/2006/main">
              <a:ext uri="{FF2B5EF4-FFF2-40B4-BE49-F238E27FC236}">
                <a16:creationId xmlns:a16="http://schemas.microsoft.com/office/drawing/2014/main" id="{185FC818-131F-4A43-9C3A-64F1775CB905}"/>
              </a:ext>
            </a:extLst>
          </p:cNvPr>
          <p:cNvSpPr>
            <a:spLocks xmlns:a="http://schemas.openxmlformats.org/drawingml/2006/main" noGrp="1"/>
          </p:cNvSpPr>
          <p:nvPr/>
        </p:nvSpPr>
        <p:spPr>
          <a:xfrm xmlns:a="http://schemas.openxmlformats.org/drawingml/2006/main">
            <a:off x="1047750" y="7143750"/>
            <a:ext cx="1619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06" b="0">
                <a:solidFill>
                  <a:srgbClr val="ABB2CD"/>
                </a:solidFill>
                <a:latin typeface="Segoe UI"/>
                <a:ea typeface="Segoe UI"/>
                <a:cs typeface="Segoe UI"/>
              </a:defRPr>
            </a:pPr>
            <a:r>
              <a:rPr sz="4106" b="0">
                <a:solidFill>
                  <a:srgbClr val="ABB2CD"/>
                </a:solidFill>
                <a:latin typeface="Segoe UI"/>
                <a:ea typeface="Segoe UI"/>
                <a:cs typeface="Segoe UI"/>
              </a:rPr>
              <a:t>Points recognize accepted work. No cash value.</a:t>
            </a:r>
          </a:p>
        </p:txBody>
      </p:sp>
    </p:spTree>
    <p:extLst>
      <p:ext uri="{BB962C8B-B14F-4D97-AF65-F5344CB8AC3E}">
        <p14:creationId xmlns:p14="http://schemas.microsoft.com/office/powerpoint/2010/main" val="378071112"/>
      </p:ext>
    </p:extLst>
  </p:cSld>
</p:sld>
</file>

<file path=ppt/slides/slide31.xml><?xml version="1.0" encoding="utf-8"?>
<p:sld xmlns:p="http://schemas.openxmlformats.org/presentationml/2006/main">
  <p:cSld>
    <p:bg>
      <p:bgPr>
        <a:solidFill xmlns:a="http://schemas.openxmlformats.org/drawingml/2006/main">
          <a:srgbClr val="0F122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1523a3d956443a3"/>
          <a:stretch xmlns:a="http://schemas.openxmlformats.org/drawingml/2006/main"/>
        </p:blipFill>
        <p:spPr>
          <a:xfrm xmlns:a="http://schemas.openxmlformats.org/drawingml/2006/main">
            <a:off x="1285875" y="381000"/>
            <a:ext cx="2286000" cy="762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31F4FA-ADCE-4655-9DDE-5B15267BCE2A}"/>
              </a:ext>
            </a:extLst>
          </p:cNvPr>
          <p:cNvSpPr>
            <a:spLocks xmlns:a="http://schemas.openxmlformats.org/drawingml/2006/main" noGrp="1"/>
          </p:cNvSpPr>
          <p:nvPr/>
        </p:nvSpPr>
        <p:spPr>
          <a:xfrm xmlns:a="http://schemas.openxmlformats.org/drawingml/2006/main">
            <a:off x="16097250" y="5905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BB2CD"/>
                </a:solidFill>
                <a:latin typeface="Segoe UI"/>
                <a:ea typeface="Segoe UI"/>
                <a:cs typeface="Segoe UI"/>
              </a:defRPr>
            </a:pPr>
            <a:r>
              <a:rPr sz="2025" b="0">
                <a:solidFill>
                  <a:srgbClr val="ABB2CD"/>
                </a:solidFill>
                <a:latin typeface="Segoe UI"/>
                <a:ea typeface="Segoe UI"/>
                <a:cs typeface="Segoe UI"/>
              </a:rPr>
              <a:t>9 / 9</a:t>
            </a:r>
          </a:p>
        </p:txBody>
      </p:sp>
      <p:sp>
        <p:nvSpPr>
          <p:cNvPr id="3" name="">
            <a:extLst xmlns:a="http://schemas.openxmlformats.org/drawingml/2006/main">
              <a:ext uri="{FF2B5EF4-FFF2-40B4-BE49-F238E27FC236}">
                <a16:creationId xmlns:a16="http://schemas.microsoft.com/office/drawing/2014/main" id="{58BEC4CA-2FBC-400C-9D95-2D20919FB50D}"/>
              </a:ext>
            </a:extLst>
          </p:cNvPr>
          <p:cNvSpPr>
            <a:spLocks xmlns:a="http://schemas.openxmlformats.org/drawingml/2006/main" noGrp="1"/>
          </p:cNvSpPr>
          <p:nvPr/>
        </p:nvSpPr>
        <p:spPr>
          <a:xfrm xmlns:a="http://schemas.openxmlformats.org/drawingml/2006/main">
            <a:off x="952500" y="1524000"/>
            <a:ext cx="1676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63" b="1">
                <a:solidFill>
                  <a:srgbClr val="F3F4F6"/>
                </a:solidFill>
                <a:latin typeface="Segoe UI"/>
                <a:ea typeface="Segoe UI"/>
                <a:cs typeface="Segoe UI"/>
              </a:defRPr>
            </a:pPr>
            <a:r>
              <a:rPr sz="5063" b="1">
                <a:solidFill>
                  <a:srgbClr val="F3F4F6"/>
                </a:solidFill>
                <a:latin typeface="Segoe UI"/>
                <a:ea typeface="Segoe UI"/>
                <a:cs typeface="Segoe UI"/>
              </a:rPr>
              <a:t>Help move the project forward</a:t>
            </a:r>
          </a:p>
        </p:txBody>
      </p:sp>
      <p:sp>
        <p:nvSpPr>
          <p:cNvPr id="4" name="">
            <a:extLst xmlns:a="http://schemas.openxmlformats.org/drawingml/2006/main">
              <a:ext uri="{FF2B5EF4-FFF2-40B4-BE49-F238E27FC236}">
                <a16:creationId xmlns:a16="http://schemas.microsoft.com/office/drawing/2014/main" id="{2459727D-E16D-4BCF-9D5B-E6161C442986}"/>
              </a:ext>
            </a:extLst>
          </p:cNvPr>
          <p:cNvSpPr>
            <a:spLocks xmlns:a="http://schemas.openxmlformats.org/drawingml/2006/main" noGrp="1"/>
          </p:cNvSpPr>
          <p:nvPr/>
        </p:nvSpPr>
        <p:spPr>
          <a:xfrm xmlns:a="http://schemas.openxmlformats.org/drawingml/2006/main">
            <a:off x="952500" y="4095750"/>
            <a:ext cx="1647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706" b="1">
                <a:solidFill>
                  <a:srgbClr val="73DCD5"/>
                </a:solidFill>
                <a:latin typeface="Segoe UI"/>
                <a:ea typeface="Segoe UI"/>
                <a:cs typeface="Segoe UI"/>
              </a:defRPr>
            </a:pPr>
            <a:r>
              <a:rPr sz="7706" b="1">
                <a:solidFill>
                  <a:srgbClr val="73DCD5"/>
                </a:solidFill>
                <a:latin typeface="Segoe UI"/>
                <a:ea typeface="Segoe UI"/>
                <a:cs typeface="Segoe UI"/>
              </a:rPr>
              <a:t>astraldeep.github.io</a:t>
            </a:r>
          </a:p>
        </p:txBody>
      </p:sp>
      <p:sp>
        <p:nvSpPr>
          <p:cNvPr id="5" name="">
            <a:extLst xmlns:a="http://schemas.openxmlformats.org/drawingml/2006/main">
              <a:ext uri="{FF2B5EF4-FFF2-40B4-BE49-F238E27FC236}">
                <a16:creationId xmlns:a16="http://schemas.microsoft.com/office/drawing/2014/main" id="{CC0988E9-DD34-487F-A09D-BE520C9AF25E}"/>
              </a:ext>
            </a:extLst>
          </p:cNvPr>
          <p:cNvSpPr>
            <a:spLocks xmlns:a="http://schemas.openxmlformats.org/drawingml/2006/main" noGrp="1"/>
          </p:cNvSpPr>
          <p:nvPr/>
        </p:nvSpPr>
        <p:spPr>
          <a:xfrm xmlns:a="http://schemas.openxmlformats.org/drawingml/2006/main">
            <a:off x="1047750" y="6286500"/>
            <a:ext cx="1609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F3F4F6"/>
                </a:solidFill>
                <a:latin typeface="Segoe UI"/>
                <a:ea typeface="Segoe UI"/>
                <a:cs typeface="Segoe UI"/>
              </a:defRPr>
            </a:pPr>
            <a:r>
              <a:rPr sz="5400" b="0">
                <a:solidFill>
                  <a:srgbClr val="F3F4F6"/>
                </a:solidFill>
                <a:latin typeface="Segoe UI"/>
                <a:ea typeface="Segoe UI"/>
                <a:cs typeface="Segoe UI"/>
              </a:rPr>
              <a:t>Pick the part you want to build.</a:t>
            </a:r>
          </a:p>
        </p:txBody>
      </p:sp>
    </p:spTree>
    <p:extLst>
      <p:ext uri="{BB962C8B-B14F-4D97-AF65-F5344CB8AC3E}">
        <p14:creationId xmlns:p14="http://schemas.microsoft.com/office/powerpoint/2010/main" val="766893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2026-10-01T05:57:56.5740000Z</dcterms:created>
  <dcterms:modified xsi:type="dcterms:W3CDTF">2026-10-01T05:57:56.5740000Z</dcterms:modified>
</coreProperties>
</file>